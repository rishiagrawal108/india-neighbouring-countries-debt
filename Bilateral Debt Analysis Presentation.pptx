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slideMaster+xml" PartName="/ppt/slideMasters/slideMaster1.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1.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1.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y="6858000" cx="12188825"/>
  <p:notesSz cx="6858000" cy="9144000"/>
  <p:defaultTextStyle>
    <a:defPPr lvl="0">
      <a:defRPr lang="en-US"/>
    </a:defPPr>
    <a:lvl1pPr defTabSz="914400" eaLnBrk="1" hangingPunct="1" latinLnBrk="0" lvl="0" marL="0" rtl="0" algn="l">
      <a:defRPr kern="1200" sz="1800">
        <a:solidFill>
          <a:schemeClr val="tx1"/>
        </a:solidFill>
        <a:latin typeface="+mn-lt"/>
        <a:ea typeface="+mn-ea"/>
        <a:cs typeface="+mn-cs"/>
      </a:defRPr>
    </a:lvl1pPr>
    <a:lvl2pPr defTabSz="914400" eaLnBrk="1" hangingPunct="1" latinLnBrk="0" lvl="1" marL="457200" rtl="0" algn="l">
      <a:defRPr kern="1200" sz="1800">
        <a:solidFill>
          <a:schemeClr val="tx1"/>
        </a:solidFill>
        <a:latin typeface="+mn-lt"/>
        <a:ea typeface="+mn-ea"/>
        <a:cs typeface="+mn-cs"/>
      </a:defRPr>
    </a:lvl2pPr>
    <a:lvl3pPr defTabSz="914400" eaLnBrk="1" hangingPunct="1" latinLnBrk="0" lvl="2" marL="914400" rtl="0" algn="l">
      <a:defRPr kern="1200" sz="1800">
        <a:solidFill>
          <a:schemeClr val="tx1"/>
        </a:solidFill>
        <a:latin typeface="+mn-lt"/>
        <a:ea typeface="+mn-ea"/>
        <a:cs typeface="+mn-cs"/>
      </a:defRPr>
    </a:lvl3pPr>
    <a:lvl4pPr defTabSz="914400" eaLnBrk="1" hangingPunct="1" latinLnBrk="0" lvl="3" marL="1371600" rtl="0" algn="l">
      <a:defRPr kern="1200" sz="1800">
        <a:solidFill>
          <a:schemeClr val="tx1"/>
        </a:solidFill>
        <a:latin typeface="+mn-lt"/>
        <a:ea typeface="+mn-ea"/>
        <a:cs typeface="+mn-cs"/>
      </a:defRPr>
    </a:lvl4pPr>
    <a:lvl5pPr defTabSz="914400" eaLnBrk="1" hangingPunct="1" latinLnBrk="0" lvl="4" marL="1828800" rtl="0" algn="l">
      <a:defRPr kern="1200" sz="1800">
        <a:solidFill>
          <a:schemeClr val="tx1"/>
        </a:solidFill>
        <a:latin typeface="+mn-lt"/>
        <a:ea typeface="+mn-ea"/>
        <a:cs typeface="+mn-cs"/>
      </a:defRPr>
    </a:lvl5pPr>
    <a:lvl6pPr defTabSz="914400" eaLnBrk="1" hangingPunct="1" latinLnBrk="0" lvl="5" marL="2286000" rtl="0" algn="l">
      <a:defRPr kern="1200" sz="1800">
        <a:solidFill>
          <a:schemeClr val="tx1"/>
        </a:solidFill>
        <a:latin typeface="+mn-lt"/>
        <a:ea typeface="+mn-ea"/>
        <a:cs typeface="+mn-cs"/>
      </a:defRPr>
    </a:lvl6pPr>
    <a:lvl7pPr defTabSz="914400" eaLnBrk="1" hangingPunct="1" latinLnBrk="0" lvl="6" marL="2743200" rtl="0" algn="l">
      <a:defRPr kern="1200" sz="1800">
        <a:solidFill>
          <a:schemeClr val="tx1"/>
        </a:solidFill>
        <a:latin typeface="+mn-lt"/>
        <a:ea typeface="+mn-ea"/>
        <a:cs typeface="+mn-cs"/>
      </a:defRPr>
    </a:lvl7pPr>
    <a:lvl8pPr defTabSz="914400" eaLnBrk="1" hangingPunct="1" latinLnBrk="0" lvl="7" marL="3200400" rtl="0" algn="l">
      <a:defRPr kern="1200" sz="1800">
        <a:solidFill>
          <a:schemeClr val="tx1"/>
        </a:solidFill>
        <a:latin typeface="+mn-lt"/>
        <a:ea typeface="+mn-ea"/>
        <a:cs typeface="+mn-cs"/>
      </a:defRPr>
    </a:lvl8pPr>
    <a:lvl9pPr defTabSz="914400" eaLnBrk="1" hangingPunct="1" latinLnBrk="0" lvl="8" marL="3657600" rtl="0" algn="l">
      <a:defRPr kern="1200" sz="1800">
        <a:solidFill>
          <a:schemeClr val="tx1"/>
        </a:solidFill>
        <a:latin typeface="+mn-lt"/>
        <a:ea typeface="+mn-ea"/>
        <a:cs typeface="+mn-cs"/>
      </a:defRPr>
    </a:lvl9pPr>
  </p:defaultTextStyle>
  <p:extLst>
    <p:ext uri="{EFAFB233-063F-42B5-8137-9DF3F51BA10A}">
      <p15:sldGuideLst>
        <p15:guide id="1" orient="horz" pos="2160">
          <p15:clr>
            <a:srgbClr val="A4A3A4"/>
          </p15:clr>
        </p15:guide>
        <p15:guide id="2" orient="horz" pos="4030">
          <p15:clr>
            <a:srgbClr val="A4A3A4"/>
          </p15:clr>
        </p15:guide>
        <p15:guide id="3" orient="horz" pos="1152">
          <p15:clr>
            <a:srgbClr val="A4A3A4"/>
          </p15:clr>
        </p15:guide>
        <p15:guide id="4" orient="horz" pos="1018">
          <p15:clr>
            <a:srgbClr val="A4A3A4"/>
          </p15:clr>
        </p15:guide>
        <p15:guide id="5" orient="horz" pos="3886">
          <p15:clr>
            <a:srgbClr val="A4A3A4"/>
          </p15:clr>
        </p15:guide>
        <p15:guide id="6" orient="horz" pos="2928">
          <p15:clr>
            <a:srgbClr val="A4A3A4"/>
          </p15:clr>
        </p15:guide>
        <p15:guide id="7" orient="horz" pos="3072">
          <p15:clr>
            <a:srgbClr val="A4A3A4"/>
          </p15:clr>
        </p15:guide>
        <p15:guide id="8" orient="horz" pos="407">
          <p15:clr>
            <a:srgbClr val="A4A3A4"/>
          </p15:clr>
        </p15:guide>
        <p15:guide id="9" pos="3839">
          <p15:clr>
            <a:srgbClr val="A4A3A4"/>
          </p15:clr>
        </p15:guide>
        <p15:guide id="10" pos="959">
          <p15:clr>
            <a:srgbClr val="A4A3A4"/>
          </p15:clr>
        </p15:guide>
        <p15:guide id="11" pos="7151">
          <p15:clr>
            <a:srgbClr val="A4A3A4"/>
          </p15:clr>
        </p15:guide>
        <p15:guide id="12" pos="671">
          <p15:clr>
            <a:srgbClr val="A4A3A4"/>
          </p15:clr>
        </p15:guide>
        <p15:guide id="13" pos="4991">
          <p15:clr>
            <a:srgbClr val="A4A3A4"/>
          </p15:clr>
        </p15:guide>
        <p15:guide id="14" pos="7007">
          <p15:clr>
            <a:srgbClr val="A4A3A4"/>
          </p15:clr>
        </p15:guide>
      </p15:sldGuideLst>
    </p:ext>
  </p:extLst>
</p:presentation>
</file>

<file path=ppt/presProps1.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1.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4030" orient="horz"/>
        <p:guide pos="1152" orient="horz"/>
        <p:guide pos="1018" orient="horz"/>
        <p:guide pos="3886" orient="horz"/>
        <p:guide pos="2928" orient="horz"/>
        <p:guide pos="3072" orient="horz"/>
        <p:guide pos="407" orient="horz"/>
        <p:guide pos="3839"/>
        <p:guide pos="959"/>
        <p:guide pos="7151"/>
        <p:guide pos="671"/>
        <p:guide pos="4991"/>
        <p:guide pos="7007"/>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1.xml"/><Relationship Id="rId3" Type="http://schemas.openxmlformats.org/officeDocument/2006/relationships/presProps" Target="presProps1.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3ABD2D7A-D230-4F91-BD59-0A39C2703BA8}" type="datetimeFigureOut">
              <a:rPr lang="en-US" smtClean="0"/>
              <a:t>8/23/2022</a:t>
            </a:fld>
            <a:endParaRPr lang="en-US"/>
          </a:p>
        </p:txBody>
      </p:sp>
      <p:sp>
        <p:nvSpPr>
          <p:cNvPr id="4" name="Slide Image Placeholder 3"/>
          <p:cNvSpPr>
            <a:spLocks noGrp="1" noRot="1" noChangeAspect="1"/>
          </p:cNvSpPr>
          <p:nvPr>
            <p:ph type="sldImg" idx="2"/>
          </p:nvPr>
        </p:nvSpPr>
        <p:spPr>
          <a:xfrm>
            <a:off x="382588" y="685800"/>
            <a:ext cx="6092825"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93199CD-3E1B-4AE6-990F-76F925F5EA9F}" type="slidenum">
              <a:rPr lang="en-US" smtClean="0"/>
              <a:t>‹#›</a:t>
            </a:fld>
            <a:endParaRPr lang="en-US"/>
          </a:p>
        </p:txBody>
      </p:sp>
    </p:spTree>
    <p:extLst>
      <p:ext uri="{BB962C8B-B14F-4D97-AF65-F5344CB8AC3E}">
        <p14:creationId xmlns:p14="http://schemas.microsoft.com/office/powerpoint/2010/main" val="42765798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0824" y="1600200"/>
            <a:ext cx="5945188" cy="3048000"/>
          </a:xfrm>
        </p:spPr>
        <p:txBody>
          <a:bodyPr anchor="b">
            <a:normAutofit/>
          </a:bodyPr>
          <a:lstStyle>
            <a:lvl1pPr>
              <a:lnSpc>
                <a:spcPct val="80000"/>
              </a:lnSpc>
              <a:defRPr sz="6600">
                <a:solidFill>
                  <a:schemeClr val="tx1"/>
                </a:solidFill>
              </a:defRPr>
            </a:lvl1pPr>
          </a:lstStyle>
          <a:p>
            <a:r>
              <a:rPr lang="en-US"/>
              <a:t>Click to edit Master title style</a:t>
            </a:r>
            <a:endParaRPr/>
          </a:p>
        </p:txBody>
      </p:sp>
      <p:sp>
        <p:nvSpPr>
          <p:cNvPr id="3" name="Subtitle 2"/>
          <p:cNvSpPr>
            <a:spLocks noGrp="1"/>
          </p:cNvSpPr>
          <p:nvPr>
            <p:ph type="subTitle" idx="1" hasCustomPrompt="1"/>
          </p:nvPr>
        </p:nvSpPr>
        <p:spPr>
          <a:xfrm>
            <a:off x="1520825" y="4898572"/>
            <a:ext cx="5945187" cy="1270453"/>
          </a:xfrm>
        </p:spPr>
        <p:txBody>
          <a:bodyPr>
            <a:noAutofit/>
          </a:bodyPr>
          <a:lstStyle>
            <a:lvl1pPr marL="0" indent="0" algn="l">
              <a:spcBef>
                <a:spcPts val="0"/>
              </a:spcBef>
              <a:buNone/>
              <a:defRPr sz="2800" cap="none" baseline="0">
                <a:solidFill>
                  <a:schemeClr val="accent1">
                    <a:lumMod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E</a:t>
            </a:r>
            <a:r>
              <a:rPr dirty="0"/>
              <a:t>dit Master subtitle style</a:t>
            </a:r>
          </a:p>
        </p:txBody>
      </p:sp>
      <p:cxnSp>
        <p:nvCxnSpPr>
          <p:cNvPr id="6" name="Straight Connector 5"/>
          <p:cNvCxnSpPr/>
          <p:nvPr/>
        </p:nvCxnSpPr>
        <p:spPr>
          <a:xfrm>
            <a:off x="1658936" y="4782971"/>
            <a:ext cx="5654676" cy="0"/>
          </a:xfrm>
          <a:prstGeom prst="line">
            <a:avLst/>
          </a:prstGeom>
          <a:ln w="12700">
            <a:solidFill>
              <a:schemeClr val="accent1">
                <a:lumMod val="50000"/>
              </a:schemeClr>
            </a:solidFill>
            <a:miter lim="800000"/>
          </a:ln>
        </p:spPr>
        <p:style>
          <a:lnRef idx="1">
            <a:schemeClr val="accent1"/>
          </a:lnRef>
          <a:fillRef idx="0">
            <a:schemeClr val="accent1"/>
          </a:fillRef>
          <a:effectRef idx="0">
            <a:schemeClr val="accent1"/>
          </a:effectRef>
          <a:fontRef idx="minor">
            <a:schemeClr val="tx1"/>
          </a:fontRef>
        </p:style>
      </p:cxnSp>
      <p:grpSp>
        <p:nvGrpSpPr>
          <p:cNvPr id="5" name="Group 4"/>
          <p:cNvGrpSpPr/>
          <p:nvPr userDrawn="1"/>
        </p:nvGrpSpPr>
        <p:grpSpPr>
          <a:xfrm>
            <a:off x="7923213" y="0"/>
            <a:ext cx="4265612" cy="6858000"/>
            <a:chOff x="7923213" y="0"/>
            <a:chExt cx="4265612" cy="6858000"/>
          </a:xfrm>
        </p:grpSpPr>
        <p:pic>
          <p:nvPicPr>
            <p:cNvPr id="4" name="Picture 3"/>
            <p:cNvPicPr>
              <a:picLocks noChangeAspect="1"/>
            </p:cNvPicPr>
            <p:nvPr/>
          </p:nvPicPr>
          <p:blipFill rotWithShape="1">
            <a:blip r:embed="rId2" cstate="print">
              <a:extLst>
                <a:ext uri="{28A0092B-C50C-407E-A947-70E740481C1C}">
                  <a14:useLocalDpi xmlns:a14="http://schemas.microsoft.com/office/drawing/2010/main" val="0"/>
                </a:ext>
              </a:extLst>
            </a:blip>
            <a:srcRect/>
            <a:stretch/>
          </p:blipFill>
          <p:spPr>
            <a:xfrm>
              <a:off x="7923213" y="0"/>
              <a:ext cx="4265612" cy="6858000"/>
            </a:xfrm>
            <a:prstGeom prst="rect">
              <a:avLst/>
            </a:prstGeom>
          </p:spPr>
        </p:pic>
        <p:sp>
          <p:nvSpPr>
            <p:cNvPr id="13" name="Rectangle 12"/>
            <p:cNvSpPr/>
            <p:nvPr/>
          </p:nvSpPr>
          <p:spPr>
            <a:xfrm>
              <a:off x="7923213" y="0"/>
              <a:ext cx="1065213" cy="6858000"/>
            </a:xfrm>
            <a:prstGeom prst="rect">
              <a:avLst/>
            </a:prstGeom>
            <a:gradFill flip="none" rotWithShape="1">
              <a:gsLst>
                <a:gs pos="75000">
                  <a:schemeClr val="tx2">
                    <a:alpha val="0"/>
                  </a:schemeClr>
                </a:gs>
                <a:gs pos="100000">
                  <a:schemeClr val="tx2">
                    <a:alpha val="2500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Tree>
    <p:extLst>
      <p:ext uri="{BB962C8B-B14F-4D97-AF65-F5344CB8AC3E}">
        <p14:creationId xmlns:p14="http://schemas.microsoft.com/office/powerpoint/2010/main" val="949990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lumMod val="50000"/>
                  </a:schemeClr>
                </a:solidFill>
              </a:defRPr>
            </a:lvl1pPr>
          </a:lstStyle>
          <a:p>
            <a:r>
              <a:rPr lang="en-US"/>
              <a:t>Click to edit Master title style</a:t>
            </a:r>
            <a:endParaRPr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5" name="Footer Placeholder 4"/>
          <p:cNvSpPr>
            <a:spLocks noGrp="1"/>
          </p:cNvSpPr>
          <p:nvPr>
            <p:ph type="ftr" sz="quarter" idx="11"/>
          </p:nvPr>
        </p:nvSpPr>
        <p:spPr/>
        <p:txBody>
          <a:bodyPr/>
          <a:lstStyle/>
          <a:p>
            <a:r>
              <a:rPr lang="en-US" dirty="0"/>
              <a:t>Add a footer</a:t>
            </a:r>
          </a:p>
        </p:txBody>
      </p:sp>
      <p:sp>
        <p:nvSpPr>
          <p:cNvPr id="4" name="Date Placeholder 3"/>
          <p:cNvSpPr>
            <a:spLocks noGrp="1"/>
          </p:cNvSpPr>
          <p:nvPr>
            <p:ph type="dt" sz="half" idx="10"/>
          </p:nvPr>
        </p:nvSpPr>
        <p:spPr/>
        <p:txBody>
          <a:bodyPr/>
          <a:lstStyle/>
          <a:p>
            <a:fld id="{03F41C87-7AD9-4845-A077-840E4A0F3F06}" type="datetimeFigureOut">
              <a:rPr lang="en-US"/>
              <a:t>8/23/2022</a:t>
            </a:fld>
            <a:endParaRPr/>
          </a:p>
        </p:txBody>
      </p:sp>
      <p:sp>
        <p:nvSpPr>
          <p:cNvPr id="6" name="Slide Number Placeholder 5"/>
          <p:cNvSpPr>
            <a:spLocks noGrp="1"/>
          </p:cNvSpPr>
          <p:nvPr>
            <p:ph type="sldNum" sz="quarter" idx="12"/>
          </p:nvPr>
        </p:nvSpPr>
        <p:spPr/>
        <p:txBody>
          <a:bodyPr/>
          <a:lstStyle/>
          <a:p>
            <a:fld id="{2A013F82-EE5E-44EE-A61D-E31C6657F26F}" type="slidenum">
              <a:rPr/>
              <a:t>‹#›</a:t>
            </a:fld>
            <a:endParaRPr/>
          </a:p>
        </p:txBody>
      </p:sp>
      <p:cxnSp>
        <p:nvCxnSpPr>
          <p:cNvPr id="7" name="Straight Connector 6"/>
          <p:cNvCxnSpPr/>
          <p:nvPr/>
        </p:nvCxnSpPr>
        <p:spPr>
          <a:xfrm>
            <a:off x="1658936" y="1709058"/>
            <a:ext cx="9617076" cy="0"/>
          </a:xfrm>
          <a:prstGeom prst="line">
            <a:avLst/>
          </a:prstGeom>
          <a:ln w="12700">
            <a:solidFill>
              <a:schemeClr val="accent1">
                <a:lumMod val="50000"/>
              </a:schemeClr>
            </a:solidFill>
            <a:miter lim="800000"/>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382540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522410" y="2237096"/>
            <a:ext cx="8229601" cy="2411103"/>
          </a:xfrm>
        </p:spPr>
        <p:txBody>
          <a:bodyPr anchor="b">
            <a:normAutofit/>
          </a:bodyPr>
          <a:lstStyle>
            <a:lvl1pPr algn="l">
              <a:lnSpc>
                <a:spcPct val="80000"/>
              </a:lnSpc>
              <a:defRPr sz="4800" b="0" cap="none" baseline="0">
                <a:solidFill>
                  <a:schemeClr val="tx1"/>
                </a:solidFill>
              </a:defRPr>
            </a:lvl1pPr>
          </a:lstStyle>
          <a:p>
            <a:r>
              <a:rPr lang="en-US"/>
              <a:t>Click to edit Master title style</a:t>
            </a:r>
            <a:endParaRPr/>
          </a:p>
        </p:txBody>
      </p:sp>
      <p:sp>
        <p:nvSpPr>
          <p:cNvPr id="3" name="Text Placeholder 2"/>
          <p:cNvSpPr>
            <a:spLocks noGrp="1"/>
          </p:cNvSpPr>
          <p:nvPr>
            <p:ph type="body" idx="1"/>
          </p:nvPr>
        </p:nvSpPr>
        <p:spPr>
          <a:xfrm>
            <a:off x="1522412" y="4876800"/>
            <a:ext cx="8229601" cy="1292225"/>
          </a:xfrm>
        </p:spPr>
        <p:txBody>
          <a:bodyPr anchor="t">
            <a:normAutofit/>
          </a:bodyPr>
          <a:lstStyle>
            <a:lvl1pPr marL="0" indent="0">
              <a:spcBef>
                <a:spcPts val="0"/>
              </a:spcBef>
              <a:buNone/>
              <a:defRPr sz="2800" cap="none" baseline="0">
                <a:solidFill>
                  <a:schemeClr val="accent1">
                    <a:lumMod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grpSp>
        <p:nvGrpSpPr>
          <p:cNvPr id="7" name="Group 6"/>
          <p:cNvGrpSpPr/>
          <p:nvPr userDrawn="1"/>
        </p:nvGrpSpPr>
        <p:grpSpPr>
          <a:xfrm>
            <a:off x="11123611" y="0"/>
            <a:ext cx="1065214" cy="6868886"/>
            <a:chOff x="11123611" y="0"/>
            <a:chExt cx="1065214" cy="6868886"/>
          </a:xfrm>
        </p:grpSpPr>
        <p:pic>
          <p:nvPicPr>
            <p:cNvPr id="10" name="Picture 9"/>
            <p:cNvPicPr>
              <a:picLocks noChangeAspect="1"/>
            </p:cNvPicPr>
            <p:nvPr/>
          </p:nvPicPr>
          <p:blipFill rotWithShape="1">
            <a:blip r:embed="rId2" cstate="print">
              <a:extLst>
                <a:ext uri="{28A0092B-C50C-407E-A947-70E740481C1C}">
                  <a14:useLocalDpi xmlns:a14="http://schemas.microsoft.com/office/drawing/2010/main" val="0"/>
                </a:ext>
              </a:extLst>
            </a:blip>
            <a:srcRect/>
            <a:stretch/>
          </p:blipFill>
          <p:spPr>
            <a:xfrm>
              <a:off x="11123611" y="0"/>
              <a:ext cx="1065213" cy="6858000"/>
            </a:xfrm>
            <a:prstGeom prst="rect">
              <a:avLst/>
            </a:prstGeom>
          </p:spPr>
        </p:pic>
        <p:sp>
          <p:nvSpPr>
            <p:cNvPr id="12" name="Rectangle 11"/>
            <p:cNvSpPr/>
            <p:nvPr/>
          </p:nvSpPr>
          <p:spPr>
            <a:xfrm>
              <a:off x="11123612" y="10886"/>
              <a:ext cx="1065213" cy="6858000"/>
            </a:xfrm>
            <a:prstGeom prst="rect">
              <a:avLst/>
            </a:prstGeom>
            <a:gradFill flip="none" rotWithShape="1">
              <a:gsLst>
                <a:gs pos="75000">
                  <a:schemeClr val="tx2">
                    <a:alpha val="0"/>
                  </a:schemeClr>
                </a:gs>
                <a:gs pos="100000">
                  <a:schemeClr val="tx2">
                    <a:alpha val="2500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5" name="Footer Placeholder 4"/>
          <p:cNvSpPr>
            <a:spLocks noGrp="1"/>
          </p:cNvSpPr>
          <p:nvPr>
            <p:ph type="ftr" sz="quarter" idx="11"/>
          </p:nvPr>
        </p:nvSpPr>
        <p:spPr/>
        <p:txBody>
          <a:bodyPr/>
          <a:lstStyle/>
          <a:p>
            <a:r>
              <a:rPr lang="en-US" dirty="0"/>
              <a:t>Add a footer</a:t>
            </a:r>
          </a:p>
        </p:txBody>
      </p:sp>
      <p:sp>
        <p:nvSpPr>
          <p:cNvPr id="4" name="Date Placeholder 3"/>
          <p:cNvSpPr>
            <a:spLocks noGrp="1"/>
          </p:cNvSpPr>
          <p:nvPr>
            <p:ph type="dt" sz="half" idx="10"/>
          </p:nvPr>
        </p:nvSpPr>
        <p:spPr/>
        <p:txBody>
          <a:bodyPr/>
          <a:lstStyle/>
          <a:p>
            <a:fld id="{03F41C87-7AD9-4845-A077-840E4A0F3F06}" type="datetimeFigureOut">
              <a:rPr lang="en-US"/>
              <a:t>8/23/2022</a:t>
            </a:fld>
            <a:endParaRPr/>
          </a:p>
        </p:txBody>
      </p:sp>
      <p:sp>
        <p:nvSpPr>
          <p:cNvPr id="6" name="Slide Number Placeholder 5"/>
          <p:cNvSpPr>
            <a:spLocks noGrp="1"/>
          </p:cNvSpPr>
          <p:nvPr>
            <p:ph type="sldNum" sz="quarter" idx="12"/>
          </p:nvPr>
        </p:nvSpPr>
        <p:spPr/>
        <p:txBody>
          <a:bodyPr/>
          <a:lstStyle/>
          <a:p>
            <a:fld id="{2A013F82-EE5E-44EE-A61D-E31C6657F26F}" type="slidenum">
              <a:rPr/>
              <a:t>‹#›</a:t>
            </a:fld>
            <a:endParaRPr/>
          </a:p>
        </p:txBody>
      </p:sp>
      <p:cxnSp>
        <p:nvCxnSpPr>
          <p:cNvPr id="9" name="Straight Connector 8"/>
          <p:cNvCxnSpPr/>
          <p:nvPr/>
        </p:nvCxnSpPr>
        <p:spPr>
          <a:xfrm>
            <a:off x="1658936" y="4782971"/>
            <a:ext cx="8016876" cy="0"/>
          </a:xfrm>
          <a:prstGeom prst="line">
            <a:avLst/>
          </a:prstGeom>
          <a:ln w="12700">
            <a:solidFill>
              <a:schemeClr val="accent1">
                <a:lumMod val="50000"/>
              </a:schemeClr>
            </a:solidFill>
            <a:miter lim="800000"/>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618133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522413" y="381000"/>
            <a:ext cx="9829798" cy="1219200"/>
          </a:xfrm>
        </p:spPr>
        <p:txBody>
          <a:bodyPr/>
          <a:lstStyle>
            <a:lvl1pPr>
              <a:defRPr>
                <a:solidFill>
                  <a:schemeClr val="accent1">
                    <a:lumMod val="50000"/>
                  </a:schemeClr>
                </a:solidFill>
              </a:defRPr>
            </a:lvl1pPr>
          </a:lstStyle>
          <a:p>
            <a:r>
              <a:rPr lang="en-US"/>
              <a:t>Click to edit Master title style</a:t>
            </a:r>
            <a:endParaRPr/>
          </a:p>
        </p:txBody>
      </p:sp>
      <p:sp>
        <p:nvSpPr>
          <p:cNvPr id="3" name="Content Placeholder 2"/>
          <p:cNvSpPr>
            <a:spLocks noGrp="1"/>
          </p:cNvSpPr>
          <p:nvPr>
            <p:ph sz="half" idx="1"/>
          </p:nvPr>
        </p:nvSpPr>
        <p:spPr>
          <a:xfrm>
            <a:off x="1488168" y="1984248"/>
            <a:ext cx="4800600" cy="4187952"/>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Content Placeholder 3"/>
          <p:cNvSpPr>
            <a:spLocks noGrp="1"/>
          </p:cNvSpPr>
          <p:nvPr>
            <p:ph sz="half" idx="2"/>
          </p:nvPr>
        </p:nvSpPr>
        <p:spPr>
          <a:xfrm>
            <a:off x="6551612" y="1984248"/>
            <a:ext cx="4800601" cy="4187952"/>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6" name="Footer Placeholder 5"/>
          <p:cNvSpPr>
            <a:spLocks noGrp="1"/>
          </p:cNvSpPr>
          <p:nvPr>
            <p:ph type="ftr" sz="quarter" idx="11"/>
          </p:nvPr>
        </p:nvSpPr>
        <p:spPr/>
        <p:txBody>
          <a:bodyPr/>
          <a:lstStyle/>
          <a:p>
            <a:r>
              <a:rPr lang="en-US" dirty="0"/>
              <a:t>Add a footer</a:t>
            </a:r>
          </a:p>
        </p:txBody>
      </p:sp>
      <p:sp>
        <p:nvSpPr>
          <p:cNvPr id="5" name="Date Placeholder 4"/>
          <p:cNvSpPr>
            <a:spLocks noGrp="1"/>
          </p:cNvSpPr>
          <p:nvPr>
            <p:ph type="dt" sz="half" idx="10"/>
          </p:nvPr>
        </p:nvSpPr>
        <p:spPr/>
        <p:txBody>
          <a:bodyPr/>
          <a:lstStyle/>
          <a:p>
            <a:fld id="{03F41C87-7AD9-4845-A077-840E4A0F3F06}" type="datetimeFigureOut">
              <a:rPr lang="en-US"/>
              <a:t>8/23/2022</a:t>
            </a:fld>
            <a:endParaRPr/>
          </a:p>
        </p:txBody>
      </p:sp>
      <p:sp>
        <p:nvSpPr>
          <p:cNvPr id="7" name="Slide Number Placeholder 6"/>
          <p:cNvSpPr>
            <a:spLocks noGrp="1"/>
          </p:cNvSpPr>
          <p:nvPr>
            <p:ph type="sldNum" sz="quarter" idx="12"/>
          </p:nvPr>
        </p:nvSpPr>
        <p:spPr/>
        <p:txBody>
          <a:bodyPr/>
          <a:lstStyle/>
          <a:p>
            <a:fld id="{2A013F82-EE5E-44EE-A61D-E31C6657F26F}" type="slidenum">
              <a:rPr/>
              <a:t>‹#›</a:t>
            </a:fld>
            <a:endParaRPr/>
          </a:p>
        </p:txBody>
      </p:sp>
      <p:cxnSp>
        <p:nvCxnSpPr>
          <p:cNvPr id="8" name="Straight Connector 7"/>
          <p:cNvCxnSpPr/>
          <p:nvPr/>
        </p:nvCxnSpPr>
        <p:spPr>
          <a:xfrm>
            <a:off x="1658936" y="1709058"/>
            <a:ext cx="9617076" cy="0"/>
          </a:xfrm>
          <a:prstGeom prst="line">
            <a:avLst/>
          </a:prstGeom>
          <a:ln w="12700">
            <a:solidFill>
              <a:schemeClr val="accent1">
                <a:lumMod val="50000"/>
              </a:schemeClr>
            </a:solidFill>
            <a:miter lim="800000"/>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253407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522413" y="381000"/>
            <a:ext cx="9829798" cy="1219200"/>
          </a:xfrm>
        </p:spPr>
        <p:txBody>
          <a:bodyPr/>
          <a:lstStyle>
            <a:lvl1pPr>
              <a:defRPr>
                <a:solidFill>
                  <a:schemeClr val="accent1">
                    <a:lumMod val="50000"/>
                  </a:schemeClr>
                </a:solidFill>
              </a:defRPr>
            </a:lvl1pPr>
          </a:lstStyle>
          <a:p>
            <a:r>
              <a:rPr lang="en-US"/>
              <a:t>Click to edit Master title style</a:t>
            </a:r>
            <a:endParaRPr dirty="0"/>
          </a:p>
        </p:txBody>
      </p:sp>
      <p:sp>
        <p:nvSpPr>
          <p:cNvPr id="3" name="Text Placeholder 2"/>
          <p:cNvSpPr>
            <a:spLocks noGrp="1"/>
          </p:cNvSpPr>
          <p:nvPr>
            <p:ph type="body" idx="1"/>
          </p:nvPr>
        </p:nvSpPr>
        <p:spPr>
          <a:xfrm>
            <a:off x="1522413" y="1828800"/>
            <a:ext cx="4800600" cy="838200"/>
          </a:xfrm>
        </p:spPr>
        <p:txBody>
          <a:bodyPr anchor="ctr">
            <a:noAutofit/>
          </a:bodyPr>
          <a:lstStyle>
            <a:lvl1pPr marL="0" indent="0">
              <a:spcBef>
                <a:spcPts val="0"/>
              </a:spcBef>
              <a:buNone/>
              <a:defRPr sz="2400" b="0" cap="none"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522413" y="2743200"/>
            <a:ext cx="4800600" cy="3425825"/>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5" name="Text Placeholder 4"/>
          <p:cNvSpPr>
            <a:spLocks noGrp="1"/>
          </p:cNvSpPr>
          <p:nvPr>
            <p:ph type="body" sz="quarter" idx="3"/>
          </p:nvPr>
        </p:nvSpPr>
        <p:spPr>
          <a:xfrm>
            <a:off x="6551613" y="1828800"/>
            <a:ext cx="4800600" cy="838200"/>
          </a:xfrm>
        </p:spPr>
        <p:txBody>
          <a:bodyPr anchor="ctr">
            <a:noAutofit/>
          </a:bodyPr>
          <a:lstStyle>
            <a:lvl1pPr marL="0" indent="0">
              <a:spcBef>
                <a:spcPts val="0"/>
              </a:spcBef>
              <a:buNone/>
              <a:defRPr sz="2400" b="0" cap="none"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551613" y="2743200"/>
            <a:ext cx="4800600" cy="3425825"/>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8" name="Footer Placeholder 7"/>
          <p:cNvSpPr>
            <a:spLocks noGrp="1"/>
          </p:cNvSpPr>
          <p:nvPr>
            <p:ph type="ftr" sz="quarter" idx="11"/>
          </p:nvPr>
        </p:nvSpPr>
        <p:spPr/>
        <p:txBody>
          <a:bodyPr/>
          <a:lstStyle/>
          <a:p>
            <a:r>
              <a:rPr lang="en-US" dirty="0"/>
              <a:t>Add a footer</a:t>
            </a:r>
          </a:p>
        </p:txBody>
      </p:sp>
      <p:sp>
        <p:nvSpPr>
          <p:cNvPr id="7" name="Date Placeholder 6"/>
          <p:cNvSpPr>
            <a:spLocks noGrp="1"/>
          </p:cNvSpPr>
          <p:nvPr>
            <p:ph type="dt" sz="half" idx="10"/>
          </p:nvPr>
        </p:nvSpPr>
        <p:spPr/>
        <p:txBody>
          <a:bodyPr/>
          <a:lstStyle/>
          <a:p>
            <a:fld id="{03F41C87-7AD9-4845-A077-840E4A0F3F06}" type="datetimeFigureOut">
              <a:rPr lang="en-US"/>
              <a:t>8/23/2022</a:t>
            </a:fld>
            <a:endParaRPr/>
          </a:p>
        </p:txBody>
      </p:sp>
      <p:sp>
        <p:nvSpPr>
          <p:cNvPr id="9" name="Slide Number Placeholder 8"/>
          <p:cNvSpPr>
            <a:spLocks noGrp="1"/>
          </p:cNvSpPr>
          <p:nvPr>
            <p:ph type="sldNum" sz="quarter" idx="12"/>
          </p:nvPr>
        </p:nvSpPr>
        <p:spPr/>
        <p:txBody>
          <a:bodyPr/>
          <a:lstStyle/>
          <a:p>
            <a:fld id="{2A013F82-EE5E-44EE-A61D-E31C6657F26F}" type="slidenum">
              <a:rPr/>
              <a:t>‹#›</a:t>
            </a:fld>
            <a:endParaRPr/>
          </a:p>
        </p:txBody>
      </p:sp>
      <p:cxnSp>
        <p:nvCxnSpPr>
          <p:cNvPr id="10" name="Straight Connector 9"/>
          <p:cNvCxnSpPr/>
          <p:nvPr/>
        </p:nvCxnSpPr>
        <p:spPr>
          <a:xfrm>
            <a:off x="1658936" y="1709058"/>
            <a:ext cx="9617076" cy="0"/>
          </a:xfrm>
          <a:prstGeom prst="line">
            <a:avLst/>
          </a:prstGeom>
          <a:ln w="12700">
            <a:solidFill>
              <a:schemeClr val="accent1">
                <a:lumMod val="50000"/>
              </a:schemeClr>
            </a:solidFill>
            <a:miter lim="800000"/>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084195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lumMod val="50000"/>
                  </a:schemeClr>
                </a:solidFill>
              </a:defRPr>
            </a:lvl1pPr>
          </a:lstStyle>
          <a:p>
            <a:r>
              <a:rPr lang="en-US"/>
              <a:t>Click to edit Master title style</a:t>
            </a:r>
            <a:endParaRPr dirty="0"/>
          </a:p>
        </p:txBody>
      </p:sp>
      <p:sp>
        <p:nvSpPr>
          <p:cNvPr id="4" name="Footer Placeholder 3"/>
          <p:cNvSpPr>
            <a:spLocks noGrp="1"/>
          </p:cNvSpPr>
          <p:nvPr>
            <p:ph type="ftr" sz="quarter" idx="11"/>
          </p:nvPr>
        </p:nvSpPr>
        <p:spPr/>
        <p:txBody>
          <a:bodyPr/>
          <a:lstStyle/>
          <a:p>
            <a:r>
              <a:rPr lang="en-US" dirty="0"/>
              <a:t>Add a footer</a:t>
            </a:r>
          </a:p>
        </p:txBody>
      </p:sp>
      <p:sp>
        <p:nvSpPr>
          <p:cNvPr id="3" name="Date Placeholder 2"/>
          <p:cNvSpPr>
            <a:spLocks noGrp="1"/>
          </p:cNvSpPr>
          <p:nvPr>
            <p:ph type="dt" sz="half" idx="10"/>
          </p:nvPr>
        </p:nvSpPr>
        <p:spPr/>
        <p:txBody>
          <a:bodyPr/>
          <a:lstStyle/>
          <a:p>
            <a:fld id="{03F41C87-7AD9-4845-A077-840E4A0F3F06}" type="datetimeFigureOut">
              <a:rPr lang="en-US"/>
              <a:t>8/23/2022</a:t>
            </a:fld>
            <a:endParaRPr/>
          </a:p>
        </p:txBody>
      </p:sp>
      <p:sp>
        <p:nvSpPr>
          <p:cNvPr id="5" name="Slide Number Placeholder 4"/>
          <p:cNvSpPr>
            <a:spLocks noGrp="1"/>
          </p:cNvSpPr>
          <p:nvPr>
            <p:ph type="sldNum" sz="quarter" idx="12"/>
          </p:nvPr>
        </p:nvSpPr>
        <p:spPr/>
        <p:txBody>
          <a:bodyPr/>
          <a:lstStyle/>
          <a:p>
            <a:fld id="{2A013F82-EE5E-44EE-A61D-E31C6657F26F}" type="slidenum">
              <a:rPr/>
              <a:t>‹#›</a:t>
            </a:fld>
            <a:endParaRPr/>
          </a:p>
        </p:txBody>
      </p:sp>
      <p:cxnSp>
        <p:nvCxnSpPr>
          <p:cNvPr id="6" name="Straight Connector 5"/>
          <p:cNvCxnSpPr/>
          <p:nvPr/>
        </p:nvCxnSpPr>
        <p:spPr>
          <a:xfrm>
            <a:off x="1658936" y="1709058"/>
            <a:ext cx="9617076" cy="0"/>
          </a:xfrm>
          <a:prstGeom prst="line">
            <a:avLst/>
          </a:prstGeom>
          <a:ln w="12700">
            <a:solidFill>
              <a:schemeClr val="accent1">
                <a:lumMod val="50000"/>
              </a:schemeClr>
            </a:solidFill>
            <a:miter lim="800000"/>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266314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r>
              <a:rPr lang="en-US" dirty="0"/>
              <a:t>Add a footer</a:t>
            </a:r>
          </a:p>
        </p:txBody>
      </p:sp>
      <p:sp>
        <p:nvSpPr>
          <p:cNvPr id="2" name="Date Placeholder 1"/>
          <p:cNvSpPr>
            <a:spLocks noGrp="1"/>
          </p:cNvSpPr>
          <p:nvPr>
            <p:ph type="dt" sz="half" idx="10"/>
          </p:nvPr>
        </p:nvSpPr>
        <p:spPr/>
        <p:txBody>
          <a:bodyPr/>
          <a:lstStyle/>
          <a:p>
            <a:fld id="{03F41C87-7AD9-4845-A077-840E4A0F3F06}" type="datetimeFigureOut">
              <a:rPr lang="en-US"/>
              <a:t>8/23/2022</a:t>
            </a:fld>
            <a:endParaRPr/>
          </a:p>
        </p:txBody>
      </p:sp>
      <p:sp>
        <p:nvSpPr>
          <p:cNvPr id="4" name="Slide Number Placeholder 3"/>
          <p:cNvSpPr>
            <a:spLocks noGrp="1"/>
          </p:cNvSpPr>
          <p:nvPr>
            <p:ph type="sldNum" sz="quarter" idx="12"/>
          </p:nvPr>
        </p:nvSpPr>
        <p:spPr/>
        <p:txBody>
          <a:bodyPr/>
          <a:lstStyle/>
          <a:p>
            <a:fld id="{2A013F82-EE5E-44EE-A61D-E31C6657F26F}" type="slidenum">
              <a:rPr/>
              <a:t>‹#›</a:t>
            </a:fld>
            <a:endParaRPr/>
          </a:p>
        </p:txBody>
      </p:sp>
    </p:spTree>
    <p:extLst>
      <p:ext uri="{BB962C8B-B14F-4D97-AF65-F5344CB8AC3E}">
        <p14:creationId xmlns:p14="http://schemas.microsoft.com/office/powerpoint/2010/main" val="36075401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22413" y="685800"/>
            <a:ext cx="4114800" cy="1925637"/>
          </a:xfrm>
        </p:spPr>
        <p:txBody>
          <a:bodyPr anchor="b">
            <a:noAutofit/>
          </a:bodyPr>
          <a:lstStyle>
            <a:lvl1pPr algn="l">
              <a:lnSpc>
                <a:spcPct val="80000"/>
              </a:lnSpc>
              <a:defRPr sz="4000" b="0">
                <a:solidFill>
                  <a:schemeClr val="accent1">
                    <a:lumMod val="50000"/>
                  </a:schemeClr>
                </a:solidFill>
              </a:defRPr>
            </a:lvl1pPr>
          </a:lstStyle>
          <a:p>
            <a:r>
              <a:rPr lang="en-US"/>
              <a:t>Click to edit Master title style</a:t>
            </a:r>
            <a:endParaRPr/>
          </a:p>
        </p:txBody>
      </p:sp>
      <p:sp>
        <p:nvSpPr>
          <p:cNvPr id="3" name="Content Placeholder 2"/>
          <p:cNvSpPr>
            <a:spLocks noGrp="1"/>
          </p:cNvSpPr>
          <p:nvPr>
            <p:ph idx="1"/>
          </p:nvPr>
        </p:nvSpPr>
        <p:spPr>
          <a:xfrm>
            <a:off x="6094414" y="685800"/>
            <a:ext cx="5257799" cy="5486400"/>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Text Placeholder 3"/>
          <p:cNvSpPr>
            <a:spLocks noGrp="1"/>
          </p:cNvSpPr>
          <p:nvPr>
            <p:ph type="body" sz="half" idx="2"/>
          </p:nvPr>
        </p:nvSpPr>
        <p:spPr>
          <a:xfrm>
            <a:off x="1522413" y="2895599"/>
            <a:ext cx="4114800" cy="1752601"/>
          </a:xfrm>
        </p:spPr>
        <p:txBody>
          <a:bodyPr>
            <a:normAutofit/>
          </a:bodyPr>
          <a:lstStyle>
            <a:lvl1pPr marL="0" indent="0">
              <a:lnSpc>
                <a:spcPct val="90000"/>
              </a:lnSpc>
              <a:spcBef>
                <a:spcPts val="1800"/>
              </a:spcBef>
              <a:buNone/>
              <a:defRPr sz="20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r>
              <a:rPr lang="en-US" dirty="0"/>
              <a:t>Add a footer</a:t>
            </a:r>
          </a:p>
        </p:txBody>
      </p:sp>
      <p:sp>
        <p:nvSpPr>
          <p:cNvPr id="5" name="Date Placeholder 4"/>
          <p:cNvSpPr>
            <a:spLocks noGrp="1"/>
          </p:cNvSpPr>
          <p:nvPr>
            <p:ph type="dt" sz="half" idx="10"/>
          </p:nvPr>
        </p:nvSpPr>
        <p:spPr/>
        <p:txBody>
          <a:bodyPr/>
          <a:lstStyle/>
          <a:p>
            <a:fld id="{03F41C87-7AD9-4845-A077-840E4A0F3F06}" type="datetimeFigureOut">
              <a:rPr lang="en-US"/>
              <a:t>8/23/2022</a:t>
            </a:fld>
            <a:endParaRPr/>
          </a:p>
        </p:txBody>
      </p:sp>
      <p:sp>
        <p:nvSpPr>
          <p:cNvPr id="7" name="Slide Number Placeholder 6"/>
          <p:cNvSpPr>
            <a:spLocks noGrp="1"/>
          </p:cNvSpPr>
          <p:nvPr>
            <p:ph type="sldNum" sz="quarter" idx="12"/>
          </p:nvPr>
        </p:nvSpPr>
        <p:spPr/>
        <p:txBody>
          <a:bodyPr/>
          <a:lstStyle/>
          <a:p>
            <a:fld id="{2A013F82-EE5E-44EE-A61D-E31C6657F26F}" type="slidenum">
              <a:rPr/>
              <a:t>‹#›</a:t>
            </a:fld>
            <a:endParaRPr/>
          </a:p>
        </p:txBody>
      </p:sp>
      <p:cxnSp>
        <p:nvCxnSpPr>
          <p:cNvPr id="8" name="Straight Connector 7"/>
          <p:cNvCxnSpPr/>
          <p:nvPr/>
        </p:nvCxnSpPr>
        <p:spPr>
          <a:xfrm>
            <a:off x="1658936" y="2743200"/>
            <a:ext cx="3902076" cy="0"/>
          </a:xfrm>
          <a:prstGeom prst="line">
            <a:avLst/>
          </a:prstGeom>
          <a:ln w="12700">
            <a:solidFill>
              <a:schemeClr val="accent1">
                <a:lumMod val="50000"/>
              </a:schemeClr>
            </a:solidFill>
            <a:miter lim="800000"/>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449815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22413" y="685800"/>
            <a:ext cx="4114800" cy="1925638"/>
          </a:xfrm>
        </p:spPr>
        <p:txBody>
          <a:bodyPr anchor="b">
            <a:normAutofit/>
          </a:bodyPr>
          <a:lstStyle>
            <a:lvl1pPr algn="l">
              <a:lnSpc>
                <a:spcPct val="80000"/>
              </a:lnSpc>
              <a:defRPr sz="4000" b="0" i="0" baseline="0">
                <a:solidFill>
                  <a:schemeClr val="accent1">
                    <a:lumMod val="50000"/>
                  </a:schemeClr>
                </a:solidFill>
              </a:defRPr>
            </a:lvl1pPr>
          </a:lstStyle>
          <a:p>
            <a:r>
              <a:rPr lang="en-US"/>
              <a:t>Click to edit Master title style</a:t>
            </a:r>
            <a:endParaRPr/>
          </a:p>
        </p:txBody>
      </p:sp>
      <p:sp>
        <p:nvSpPr>
          <p:cNvPr id="3" name="Picture Placeholder 2" descr="An empty placeholder to add an image. Click on the placeholder and select the image that you wish to add"/>
          <p:cNvSpPr>
            <a:spLocks noGrp="1"/>
          </p:cNvSpPr>
          <p:nvPr>
            <p:ph type="pic" idx="1"/>
          </p:nvPr>
        </p:nvSpPr>
        <p:spPr>
          <a:xfrm>
            <a:off x="6025925" y="-50118"/>
            <a:ext cx="6172198" cy="6857999"/>
          </a:xfrm>
          <a:solidFill>
            <a:schemeClr val="bg2"/>
          </a:solidFill>
          <a:effectLst>
            <a:outerShdw blurRad="152400" dist="50800" dir="10800000" algn="r" rotWithShape="0">
              <a:prstClr val="black">
                <a:alpha val="25000"/>
              </a:prstClr>
            </a:outerShdw>
          </a:effectLst>
        </p:spPr>
        <p:txBody>
          <a:bodyPr>
            <a:norm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a:p>
        </p:txBody>
      </p:sp>
      <p:sp>
        <p:nvSpPr>
          <p:cNvPr id="4" name="Text Placeholder 3"/>
          <p:cNvSpPr>
            <a:spLocks noGrp="1"/>
          </p:cNvSpPr>
          <p:nvPr>
            <p:ph type="body" sz="half" idx="2"/>
          </p:nvPr>
        </p:nvSpPr>
        <p:spPr>
          <a:xfrm>
            <a:off x="1522413" y="2895599"/>
            <a:ext cx="4114800" cy="1752601"/>
          </a:xfrm>
        </p:spPr>
        <p:txBody>
          <a:bodyPr>
            <a:normAutofit/>
          </a:bodyPr>
          <a:lstStyle>
            <a:lvl1pPr marL="0" indent="0">
              <a:lnSpc>
                <a:spcPct val="90000"/>
              </a:lnSpc>
              <a:buNone/>
              <a:defRPr sz="20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0" name="Straight Connector 9"/>
          <p:cNvCxnSpPr/>
          <p:nvPr/>
        </p:nvCxnSpPr>
        <p:spPr>
          <a:xfrm>
            <a:off x="1658936" y="2743200"/>
            <a:ext cx="3902076" cy="0"/>
          </a:xfrm>
          <a:prstGeom prst="line">
            <a:avLst/>
          </a:prstGeom>
          <a:ln w="12700">
            <a:solidFill>
              <a:schemeClr val="accent1">
                <a:lumMod val="50000"/>
              </a:schemeClr>
            </a:solidFill>
            <a:miter lim="800000"/>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491721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lumMod val="50000"/>
                  </a:schemeClr>
                </a:solidFill>
              </a:defRPr>
            </a:lvl1pPr>
          </a:lstStyle>
          <a:p>
            <a:r>
              <a:rPr lang="en-US"/>
              <a:t>Click to edit Master title style</a:t>
            </a:r>
            <a:endParaRP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5" name="Footer Placeholder 4"/>
          <p:cNvSpPr>
            <a:spLocks noGrp="1"/>
          </p:cNvSpPr>
          <p:nvPr>
            <p:ph type="ftr" sz="quarter" idx="11"/>
          </p:nvPr>
        </p:nvSpPr>
        <p:spPr/>
        <p:txBody>
          <a:bodyPr/>
          <a:lstStyle/>
          <a:p>
            <a:r>
              <a:rPr lang="en-US" dirty="0"/>
              <a:t>Add a footer</a:t>
            </a:r>
          </a:p>
        </p:txBody>
      </p:sp>
      <p:sp>
        <p:nvSpPr>
          <p:cNvPr id="4" name="Date Placeholder 3"/>
          <p:cNvSpPr>
            <a:spLocks noGrp="1"/>
          </p:cNvSpPr>
          <p:nvPr>
            <p:ph type="dt" sz="half" idx="10"/>
          </p:nvPr>
        </p:nvSpPr>
        <p:spPr/>
        <p:txBody>
          <a:bodyPr/>
          <a:lstStyle/>
          <a:p>
            <a:fld id="{03F41C87-7AD9-4845-A077-840E4A0F3F06}" type="datetimeFigureOut">
              <a:rPr lang="en-US"/>
              <a:t>8/23/2022</a:t>
            </a:fld>
            <a:endParaRPr/>
          </a:p>
        </p:txBody>
      </p:sp>
      <p:sp>
        <p:nvSpPr>
          <p:cNvPr id="6" name="Slide Number Placeholder 5"/>
          <p:cNvSpPr>
            <a:spLocks noGrp="1"/>
          </p:cNvSpPr>
          <p:nvPr>
            <p:ph type="sldNum" sz="quarter" idx="12"/>
          </p:nvPr>
        </p:nvSpPr>
        <p:spPr/>
        <p:txBody>
          <a:bodyPr/>
          <a:lstStyle/>
          <a:p>
            <a:fld id="{2A013F82-EE5E-44EE-A61D-E31C6657F26F}" type="slidenum">
              <a:rPr/>
              <a:t>‹#›</a:t>
            </a:fld>
            <a:endParaRPr/>
          </a:p>
        </p:txBody>
      </p:sp>
    </p:spTree>
    <p:extLst>
      <p:ext uri="{BB962C8B-B14F-4D97-AF65-F5344CB8AC3E}">
        <p14:creationId xmlns:p14="http://schemas.microsoft.com/office/powerpoint/2010/main" val="4600953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523412" y="646112"/>
            <a:ext cx="1828801" cy="5522913"/>
          </a:xfrm>
        </p:spPr>
        <p:txBody>
          <a:bodyPr vert="eaVert"/>
          <a:lstStyle>
            <a:lvl1pPr>
              <a:defRPr>
                <a:solidFill>
                  <a:schemeClr val="accent1">
                    <a:lumMod val="50000"/>
                  </a:schemeClr>
                </a:solidFill>
              </a:defRPr>
            </a:lvl1pPr>
          </a:lstStyle>
          <a:p>
            <a:r>
              <a:rPr lang="en-US"/>
              <a:t>Click to edit Master title style</a:t>
            </a:r>
            <a:endParaRPr/>
          </a:p>
        </p:txBody>
      </p:sp>
      <p:sp>
        <p:nvSpPr>
          <p:cNvPr id="3" name="Vertical Text Placeholder 2"/>
          <p:cNvSpPr>
            <a:spLocks noGrp="1"/>
          </p:cNvSpPr>
          <p:nvPr>
            <p:ph type="body" orient="vert" idx="1"/>
          </p:nvPr>
        </p:nvSpPr>
        <p:spPr>
          <a:xfrm>
            <a:off x="1522412" y="646112"/>
            <a:ext cx="7620000" cy="552291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5" name="Footer Placeholder 4"/>
          <p:cNvSpPr>
            <a:spLocks noGrp="1"/>
          </p:cNvSpPr>
          <p:nvPr>
            <p:ph type="ftr" sz="quarter" idx="11"/>
          </p:nvPr>
        </p:nvSpPr>
        <p:spPr/>
        <p:txBody>
          <a:bodyPr/>
          <a:lstStyle/>
          <a:p>
            <a:r>
              <a:rPr lang="en-US" dirty="0"/>
              <a:t>Add a footer</a:t>
            </a:r>
          </a:p>
        </p:txBody>
      </p:sp>
      <p:sp>
        <p:nvSpPr>
          <p:cNvPr id="4" name="Date Placeholder 3"/>
          <p:cNvSpPr>
            <a:spLocks noGrp="1"/>
          </p:cNvSpPr>
          <p:nvPr>
            <p:ph type="dt" sz="half" idx="10"/>
          </p:nvPr>
        </p:nvSpPr>
        <p:spPr/>
        <p:txBody>
          <a:bodyPr/>
          <a:lstStyle/>
          <a:p>
            <a:fld id="{03F41C87-7AD9-4845-A077-840E4A0F3F06}" type="datetimeFigureOut">
              <a:rPr lang="en-US"/>
              <a:t>8/23/2022</a:t>
            </a:fld>
            <a:endParaRPr/>
          </a:p>
        </p:txBody>
      </p:sp>
      <p:sp>
        <p:nvSpPr>
          <p:cNvPr id="6" name="Slide Number Placeholder 5"/>
          <p:cNvSpPr>
            <a:spLocks noGrp="1"/>
          </p:cNvSpPr>
          <p:nvPr>
            <p:ph type="sldNum" sz="quarter" idx="12"/>
          </p:nvPr>
        </p:nvSpPr>
        <p:spPr/>
        <p:txBody>
          <a:bodyPr/>
          <a:lstStyle/>
          <a:p>
            <a:fld id="{2A013F82-EE5E-44EE-A61D-E31C6657F26F}" type="slidenum">
              <a:rPr/>
              <a:t>‹#›</a:t>
            </a:fld>
            <a:endParaRPr/>
          </a:p>
        </p:txBody>
      </p:sp>
      <p:cxnSp>
        <p:nvCxnSpPr>
          <p:cNvPr id="7" name="Straight Connector 6"/>
          <p:cNvCxnSpPr/>
          <p:nvPr/>
        </p:nvCxnSpPr>
        <p:spPr>
          <a:xfrm>
            <a:off x="9371012" y="762000"/>
            <a:ext cx="0" cy="5334000"/>
          </a:xfrm>
          <a:prstGeom prst="line">
            <a:avLst/>
          </a:prstGeom>
          <a:ln w="12700">
            <a:solidFill>
              <a:schemeClr val="accent1">
                <a:lumMod val="50000"/>
              </a:schemeClr>
            </a:solidFill>
            <a:miter lim="800000"/>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790354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522413" y="381000"/>
            <a:ext cx="9829799" cy="1219200"/>
          </a:xfrm>
          <a:prstGeom prst="rect">
            <a:avLst/>
          </a:prstGeom>
        </p:spPr>
        <p:txBody>
          <a:bodyPr vert="horz" lIns="91440" tIns="45720" rIns="91440" bIns="45720" rtlCol="0" anchor="b">
            <a:normAutofit/>
          </a:bodyPr>
          <a:lstStyle/>
          <a:p>
            <a:r>
              <a:rPr lang="en-US"/>
              <a:t>Click to edit Master title style</a:t>
            </a:r>
            <a:endParaRPr/>
          </a:p>
        </p:txBody>
      </p:sp>
      <p:sp>
        <p:nvSpPr>
          <p:cNvPr id="3" name="Text Placeholder 2"/>
          <p:cNvSpPr>
            <a:spLocks noGrp="1"/>
          </p:cNvSpPr>
          <p:nvPr>
            <p:ph type="body" idx="1"/>
          </p:nvPr>
        </p:nvSpPr>
        <p:spPr>
          <a:xfrm>
            <a:off x="1522413" y="1981200"/>
            <a:ext cx="9829799" cy="418782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5" name="Footer Placeholder 4"/>
          <p:cNvSpPr>
            <a:spLocks noGrp="1"/>
          </p:cNvSpPr>
          <p:nvPr>
            <p:ph type="ftr" sz="quarter" idx="3"/>
          </p:nvPr>
        </p:nvSpPr>
        <p:spPr>
          <a:xfrm>
            <a:off x="1522413" y="6400800"/>
            <a:ext cx="5954834" cy="276228"/>
          </a:xfrm>
          <a:prstGeom prst="rect">
            <a:avLst/>
          </a:prstGeom>
        </p:spPr>
        <p:txBody>
          <a:bodyPr vert="horz" lIns="91440" tIns="45720" rIns="91440" bIns="45720" rtlCol="0" anchor="ctr"/>
          <a:lstStyle>
            <a:lvl1pPr algn="l">
              <a:defRPr sz="1100">
                <a:solidFill>
                  <a:schemeClr val="tx1"/>
                </a:solidFill>
              </a:defRPr>
            </a:lvl1pPr>
          </a:lstStyle>
          <a:p>
            <a:r>
              <a:rPr lang="en-US"/>
              <a:t>Add a footer</a:t>
            </a:r>
            <a:endParaRPr lang="en-US" dirty="0"/>
          </a:p>
        </p:txBody>
      </p:sp>
      <p:sp>
        <p:nvSpPr>
          <p:cNvPr id="4" name="Date Placeholder 3"/>
          <p:cNvSpPr>
            <a:spLocks noGrp="1"/>
          </p:cNvSpPr>
          <p:nvPr>
            <p:ph type="dt" sz="half" idx="2"/>
          </p:nvPr>
        </p:nvSpPr>
        <p:spPr>
          <a:xfrm>
            <a:off x="8228011" y="6400800"/>
            <a:ext cx="1548659" cy="276228"/>
          </a:xfrm>
          <a:prstGeom prst="rect">
            <a:avLst/>
          </a:prstGeom>
        </p:spPr>
        <p:txBody>
          <a:bodyPr vert="horz" lIns="91440" tIns="45720" rIns="91440" bIns="45720" rtlCol="0" anchor="ctr"/>
          <a:lstStyle>
            <a:lvl1pPr algn="r">
              <a:defRPr sz="1100">
                <a:solidFill>
                  <a:schemeClr val="tx1"/>
                </a:solidFill>
              </a:defRPr>
            </a:lvl1pPr>
          </a:lstStyle>
          <a:p>
            <a:fld id="{03F41C87-7AD9-4845-A077-840E4A0F3F06}" type="datetimeFigureOut">
              <a:rPr lang="en-US" smtClean="0"/>
              <a:pPr/>
              <a:t>8/23/2022</a:t>
            </a:fld>
            <a:endParaRPr lang="en-US"/>
          </a:p>
        </p:txBody>
      </p:sp>
      <p:sp>
        <p:nvSpPr>
          <p:cNvPr id="6" name="Slide Number Placeholder 5"/>
          <p:cNvSpPr>
            <a:spLocks noGrp="1"/>
          </p:cNvSpPr>
          <p:nvPr>
            <p:ph type="sldNum" sz="quarter" idx="4"/>
          </p:nvPr>
        </p:nvSpPr>
        <p:spPr>
          <a:xfrm>
            <a:off x="10285411" y="6400800"/>
            <a:ext cx="1066802" cy="276228"/>
          </a:xfrm>
          <a:prstGeom prst="rect">
            <a:avLst/>
          </a:prstGeom>
        </p:spPr>
        <p:txBody>
          <a:bodyPr vert="horz" lIns="91440" tIns="45720" rIns="91440" bIns="45720" rtlCol="0" anchor="ctr"/>
          <a:lstStyle>
            <a:lvl1pPr algn="r">
              <a:defRPr sz="1100">
                <a:solidFill>
                  <a:schemeClr val="tx1"/>
                </a:solidFill>
              </a:defRPr>
            </a:lvl1pPr>
          </a:lstStyle>
          <a:p>
            <a:fld id="{2A013F82-EE5E-44EE-A61D-E31C6657F26F}" type="slidenum">
              <a:rPr lang="en-US" smtClean="0"/>
              <a:pPr/>
              <a:t>‹#›</a:t>
            </a:fld>
            <a:endParaRPr lang="en-US"/>
          </a:p>
        </p:txBody>
      </p:sp>
      <p:pic>
        <p:nvPicPr>
          <p:cNvPr id="9" name="Picture 8"/>
          <p:cNvPicPr>
            <a:picLocks noChangeAspect="1"/>
          </p:cNvPicPr>
          <p:nvPr/>
        </p:nvPicPr>
        <p:blipFill rotWithShape="1">
          <a:blip r:embed="rId13" cstate="print">
            <a:extLst>
              <a:ext uri="{28A0092B-C50C-407E-A947-70E740481C1C}">
                <a14:useLocalDpi xmlns:a14="http://schemas.microsoft.com/office/drawing/2010/main" val="0"/>
              </a:ext>
            </a:extLst>
          </a:blip>
          <a:srcRect/>
          <a:stretch/>
        </p:blipFill>
        <p:spPr>
          <a:xfrm>
            <a:off x="1" y="0"/>
            <a:ext cx="1065213" cy="6858000"/>
          </a:xfrm>
          <a:prstGeom prst="rect">
            <a:avLst/>
          </a:prstGeom>
        </p:spPr>
      </p:pic>
      <p:sp>
        <p:nvSpPr>
          <p:cNvPr id="10" name="Rectangle 9"/>
          <p:cNvSpPr/>
          <p:nvPr/>
        </p:nvSpPr>
        <p:spPr>
          <a:xfrm>
            <a:off x="1" y="0"/>
            <a:ext cx="1065213" cy="6858000"/>
          </a:xfrm>
          <a:prstGeom prst="rect">
            <a:avLst/>
          </a:prstGeom>
          <a:gradFill flip="none" rotWithShape="1">
            <a:gsLst>
              <a:gs pos="75000">
                <a:schemeClr val="tx2">
                  <a:alpha val="0"/>
                </a:schemeClr>
              </a:gs>
              <a:gs pos="100000">
                <a:schemeClr val="tx2">
                  <a:alpha val="25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140305999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14400" rtl="0" eaLnBrk="1" latinLnBrk="0" hangingPunct="1">
        <a:lnSpc>
          <a:spcPct val="90000"/>
        </a:lnSpc>
        <a:spcBef>
          <a:spcPct val="0"/>
        </a:spcBef>
        <a:buNone/>
        <a:defRPr sz="3600" kern="1200">
          <a:solidFill>
            <a:schemeClr val="accent1">
              <a:lumMod val="50000"/>
            </a:schemeClr>
          </a:solidFill>
          <a:latin typeface="+mj-lt"/>
          <a:ea typeface="+mj-ea"/>
          <a:cs typeface="+mj-cs"/>
        </a:defRPr>
      </a:lvl1pPr>
    </p:titleStyle>
    <p:bodyStyle>
      <a:lvl1pPr marL="223838" indent="-223838" algn="l" defTabSz="914400" rtl="0" eaLnBrk="1" latinLnBrk="0" hangingPunct="1">
        <a:lnSpc>
          <a:spcPct val="90000"/>
        </a:lnSpc>
        <a:spcBef>
          <a:spcPts val="1800"/>
        </a:spcBef>
        <a:buClr>
          <a:schemeClr val="tx1">
            <a:lumMod val="90000"/>
            <a:lumOff val="10000"/>
          </a:schemeClr>
        </a:buClr>
        <a:buSzPct val="80000"/>
        <a:buFont typeface="Arial" pitchFamily="34" charset="0"/>
        <a:buChar char="•"/>
        <a:defRPr sz="2400" kern="1200">
          <a:solidFill>
            <a:schemeClr val="tx1"/>
          </a:solidFill>
          <a:latin typeface="+mn-lt"/>
          <a:ea typeface="+mn-ea"/>
          <a:cs typeface="+mn-cs"/>
        </a:defRPr>
      </a:lvl1pPr>
      <a:lvl2pPr marL="511175" indent="-228600" algn="l" defTabSz="914400" rtl="0" eaLnBrk="1" latinLnBrk="0" hangingPunct="1">
        <a:lnSpc>
          <a:spcPct val="90000"/>
        </a:lnSpc>
        <a:spcBef>
          <a:spcPts val="1000"/>
        </a:spcBef>
        <a:buClr>
          <a:schemeClr val="tx1">
            <a:lumMod val="90000"/>
            <a:lumOff val="10000"/>
          </a:schemeClr>
        </a:buClr>
        <a:buSzPct val="80000"/>
        <a:buFont typeface="Arial" pitchFamily="34" charset="0"/>
        <a:buChar char="•"/>
        <a:defRPr sz="2000" kern="1200">
          <a:solidFill>
            <a:schemeClr val="tx1"/>
          </a:solidFill>
          <a:latin typeface="+mn-lt"/>
          <a:ea typeface="+mn-ea"/>
          <a:cs typeface="+mn-cs"/>
        </a:defRPr>
      </a:lvl2pPr>
      <a:lvl3pPr marL="685800" indent="-174625" algn="l" defTabSz="914400" rtl="0" eaLnBrk="1" latinLnBrk="0" hangingPunct="1">
        <a:lnSpc>
          <a:spcPct val="90000"/>
        </a:lnSpc>
        <a:spcBef>
          <a:spcPts val="600"/>
        </a:spcBef>
        <a:buClr>
          <a:schemeClr val="tx1">
            <a:lumMod val="90000"/>
            <a:lumOff val="10000"/>
          </a:schemeClr>
        </a:buClr>
        <a:buSzPct val="80000"/>
        <a:buFont typeface="Arial" pitchFamily="34" charset="0"/>
        <a:buChar char="•"/>
        <a:defRPr sz="1800" kern="1200">
          <a:solidFill>
            <a:schemeClr val="tx1"/>
          </a:solidFill>
          <a:latin typeface="+mn-lt"/>
          <a:ea typeface="+mn-ea"/>
          <a:cs typeface="+mn-cs"/>
        </a:defRPr>
      </a:lvl3pPr>
      <a:lvl4pPr marL="860425" indent="-174625" algn="l" defTabSz="914400" rtl="0" eaLnBrk="1" latinLnBrk="0" hangingPunct="1">
        <a:lnSpc>
          <a:spcPct val="90000"/>
        </a:lnSpc>
        <a:spcBef>
          <a:spcPts val="600"/>
        </a:spcBef>
        <a:buClr>
          <a:schemeClr val="tx1">
            <a:lumMod val="90000"/>
            <a:lumOff val="10000"/>
          </a:schemeClr>
        </a:buClr>
        <a:buSzPct val="80000"/>
        <a:buFont typeface="Arial" pitchFamily="34" charset="0"/>
        <a:buChar char="•"/>
        <a:defRPr sz="1600" kern="1200">
          <a:solidFill>
            <a:schemeClr val="tx1"/>
          </a:solidFill>
          <a:latin typeface="+mn-lt"/>
          <a:ea typeface="+mn-ea"/>
          <a:cs typeface="+mn-cs"/>
        </a:defRPr>
      </a:lvl4pPr>
      <a:lvl5pPr marL="1033463" indent="-173038" algn="l" defTabSz="914400" rtl="0" eaLnBrk="1" latinLnBrk="0" hangingPunct="1">
        <a:lnSpc>
          <a:spcPct val="90000"/>
        </a:lnSpc>
        <a:spcBef>
          <a:spcPts val="600"/>
        </a:spcBef>
        <a:buClr>
          <a:schemeClr val="tx1">
            <a:lumMod val="90000"/>
            <a:lumOff val="10000"/>
          </a:schemeClr>
        </a:buClr>
        <a:buSzPct val="80000"/>
        <a:buFont typeface="Arial" pitchFamily="34" charset="0"/>
        <a:buChar char="•"/>
        <a:defRPr sz="1600" kern="1200">
          <a:solidFill>
            <a:schemeClr val="tx1"/>
          </a:solidFill>
          <a:latin typeface="+mn-lt"/>
          <a:ea typeface="+mn-ea"/>
          <a:cs typeface="+mn-cs"/>
        </a:defRPr>
      </a:lvl5pPr>
      <a:lvl6pPr marL="1207008" indent="-173736" algn="l" defTabSz="914400" rtl="0" eaLnBrk="1" latinLnBrk="0" hangingPunct="1">
        <a:spcBef>
          <a:spcPts val="600"/>
        </a:spcBef>
        <a:buClr>
          <a:schemeClr val="tx1">
            <a:lumMod val="90000"/>
            <a:lumOff val="10000"/>
          </a:schemeClr>
        </a:buClr>
        <a:buSzPct val="80000"/>
        <a:buFont typeface="Arial" pitchFamily="34" charset="0"/>
        <a:buChar char="•"/>
        <a:defRPr sz="1600" kern="1200">
          <a:solidFill>
            <a:schemeClr val="tx1"/>
          </a:solidFill>
          <a:latin typeface="+mn-lt"/>
          <a:ea typeface="+mn-ea"/>
          <a:cs typeface="+mn-cs"/>
        </a:defRPr>
      </a:lvl6pPr>
      <a:lvl7pPr marL="1380744" indent="-173736" algn="l" defTabSz="914400" rtl="0" eaLnBrk="1" latinLnBrk="0" hangingPunct="1">
        <a:spcBef>
          <a:spcPts val="600"/>
        </a:spcBef>
        <a:buClr>
          <a:schemeClr val="tx1">
            <a:lumMod val="90000"/>
            <a:lumOff val="10000"/>
          </a:schemeClr>
        </a:buClr>
        <a:buSzPct val="80000"/>
        <a:buFont typeface="Arial" pitchFamily="34" charset="0"/>
        <a:buChar char="•"/>
        <a:defRPr sz="1600" kern="1200">
          <a:solidFill>
            <a:schemeClr val="tx1"/>
          </a:solidFill>
          <a:latin typeface="+mn-lt"/>
          <a:ea typeface="+mn-ea"/>
          <a:cs typeface="+mn-cs"/>
        </a:defRPr>
      </a:lvl7pPr>
      <a:lvl8pPr marL="1554480" indent="-173736" algn="l" defTabSz="914400" rtl="0" eaLnBrk="1" latinLnBrk="0" hangingPunct="1">
        <a:spcBef>
          <a:spcPts val="600"/>
        </a:spcBef>
        <a:buClr>
          <a:schemeClr val="tx1">
            <a:lumMod val="90000"/>
            <a:lumOff val="10000"/>
          </a:schemeClr>
        </a:buClr>
        <a:buSzPct val="80000"/>
        <a:buFont typeface="Arial" pitchFamily="34" charset="0"/>
        <a:buChar char="•"/>
        <a:defRPr sz="1600" kern="1200">
          <a:solidFill>
            <a:schemeClr val="tx1"/>
          </a:solidFill>
          <a:latin typeface="+mn-lt"/>
          <a:ea typeface="+mn-ea"/>
          <a:cs typeface="+mn-cs"/>
        </a:defRPr>
      </a:lvl8pPr>
      <a:lvl9pPr marL="1728216" indent="-173736" algn="l" defTabSz="914400" rtl="0" eaLnBrk="1" latinLnBrk="0" hangingPunct="1">
        <a:spcBef>
          <a:spcPts val="600"/>
        </a:spcBef>
        <a:buClr>
          <a:schemeClr val="tx1">
            <a:lumMod val="90000"/>
            <a:lumOff val="10000"/>
          </a:schemeClr>
        </a:buClr>
        <a:buSzPct val="80000"/>
        <a:buFont typeface="Arial" pitchFamily="34" charset="0"/>
        <a:buChar char="•"/>
        <a:defRPr sz="16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 name="Shape 16"/>
        <p:cNvGrpSpPr/>
        <p:nvPr/>
      </p:nvGrpSpPr>
      <p:grpSpPr>
        <a:xfrm>
          <a:off x="0" y="0"/>
          <a:ext cx="0" cy="0"/>
          <a:chOff x="0" y="0"/>
          <a:chExt cx="0" cy="0"/>
        </a:xfrm>
      </p:grpSpPr>
      <p:sp>
        <p:nvSpPr>
          <p:cNvPr id="17" name="Google Shape;17;p1"/>
          <p:cNvSpPr txBox="1"/>
          <p:nvPr>
            <p:ph type="ctrTitle"/>
          </p:nvPr>
        </p:nvSpPr>
        <p:spPr>
          <a:xfrm>
            <a:off x="1519259" y="1957772"/>
            <a:ext cx="5945100" cy="931200"/>
          </a:xfrm>
          <a:prstGeom prst="rect">
            <a:avLst/>
          </a:prstGeom>
          <a:noFill/>
          <a:ln>
            <a:noFill/>
          </a:ln>
        </p:spPr>
        <p:txBody>
          <a:bodyPr anchorCtr="0" anchor="b" bIns="45700" lIns="91425" spcFirstLastPara="1" rIns="91425" wrap="square" tIns="45700">
            <a:normAutofit/>
          </a:bodyPr>
          <a:lstStyle/>
          <a:p>
            <a:pPr indent="0" lvl="0" marL="0" rtl="0" algn="ctr">
              <a:lnSpc>
                <a:spcPct val="80000"/>
              </a:lnSpc>
              <a:spcBef>
                <a:spcPts val="0"/>
              </a:spcBef>
              <a:spcAft>
                <a:spcPts val="0"/>
              </a:spcAft>
              <a:buClr>
                <a:schemeClr val="dk1"/>
              </a:buClr>
              <a:buSzPts val="5400"/>
              <a:buFont typeface="Cambria"/>
              <a:buNone/>
            </a:pPr>
            <a:r>
              <a:rPr lang="en-US" sz="5400"/>
              <a:t>India &amp; Neighbours</a:t>
            </a:r>
            <a:endParaRPr/>
          </a:p>
        </p:txBody>
      </p:sp>
      <p:sp>
        <p:nvSpPr>
          <p:cNvPr id="18" name="Google Shape;18;p1"/>
          <p:cNvSpPr txBox="1"/>
          <p:nvPr>
            <p:ph idx="1" type="subTitle"/>
          </p:nvPr>
        </p:nvSpPr>
        <p:spPr>
          <a:xfrm>
            <a:off x="1519260" y="3068960"/>
            <a:ext cx="5945100" cy="1368300"/>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SzPts val="3840"/>
              <a:buNone/>
            </a:pPr>
            <a:r>
              <a:rPr lang="en-US" sz="4800">
                <a:latin typeface="Cambria"/>
                <a:ea typeface="Cambria"/>
                <a:cs typeface="Cambria"/>
                <a:sym typeface="Cambria"/>
              </a:rPr>
              <a:t>PPG Bilateral Lending 2000 - 2020</a:t>
            </a:r>
            <a:endParaRPr/>
          </a:p>
        </p:txBody>
      </p:sp>
      <p:sp>
        <p:nvSpPr>
          <p:cNvPr id="19" name="Google Shape;19;p1"/>
          <p:cNvSpPr txBox="1"/>
          <p:nvPr/>
        </p:nvSpPr>
        <p:spPr>
          <a:xfrm>
            <a:off x="1519261" y="3429000"/>
            <a:ext cx="5945100" cy="1353600"/>
          </a:xfrm>
          <a:prstGeom prst="rect">
            <a:avLst/>
          </a:prstGeom>
          <a:noFill/>
          <a:ln>
            <a:noFill/>
          </a:ln>
        </p:spPr>
        <p:txBody>
          <a:bodyPr anchorCtr="0" anchor="t" bIns="45700" lIns="91425" spcFirstLastPara="1" rIns="91425" wrap="square" tIns="45700">
            <a:noAutofit/>
          </a:bodyPr>
          <a:lstStyle/>
          <a:p>
            <a:pPr indent="0" lvl="0" marL="0" marR="0" rtl="0" algn="ctr">
              <a:lnSpc>
                <a:spcPct val="90000"/>
              </a:lnSpc>
              <a:spcBef>
                <a:spcPts val="0"/>
              </a:spcBef>
              <a:spcAft>
                <a:spcPts val="0"/>
              </a:spcAft>
              <a:buClr>
                <a:srgbClr val="444444"/>
              </a:buClr>
              <a:buSzPts val="3840"/>
              <a:buFont typeface="Arial"/>
              <a:buNone/>
            </a:pPr>
            <a:r>
              <a:t/>
            </a:r>
            <a:endParaRPr b="0" i="0" sz="4800" u="none" cap="none" strike="noStrike">
              <a:solidFill>
                <a:srgbClr val="986E06"/>
              </a:solidFill>
              <a:latin typeface="Cambria"/>
              <a:ea typeface="Cambria"/>
              <a:cs typeface="Cambria"/>
              <a:sym typeface="Cambria"/>
            </a:endParaRPr>
          </a:p>
        </p:txBody>
      </p:sp>
      <p:sp>
        <p:nvSpPr>
          <p:cNvPr id="20" name="Google Shape;20;p1"/>
          <p:cNvSpPr txBox="1"/>
          <p:nvPr/>
        </p:nvSpPr>
        <p:spPr>
          <a:xfrm>
            <a:off x="2256554" y="3085068"/>
            <a:ext cx="5995200" cy="550200"/>
          </a:xfrm>
          <a:prstGeom prst="rect">
            <a:avLst/>
          </a:prstGeom>
          <a:noFill/>
          <a:ln>
            <a:noFill/>
          </a:ln>
        </p:spPr>
        <p:txBody>
          <a:bodyPr anchorCtr="0" anchor="t" bIns="91425" lIns="91425" spcFirstLastPara="1" rIns="91425" wrap="square" tIns="91425">
            <a:spAutoFit/>
          </a:bodyPr>
          <a:ls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stStyle>
          <a:p>
            <a:pPr indent="0" lvl="0" marL="0" rtl="0" algn="l">
              <a:spcBef>
                <a:spcPts val="0"/>
              </a:spcBef>
              <a:spcAft>
                <a:spcPts val="0"/>
              </a:spcAft>
              <a:buNone/>
            </a:pPr>
            <a:r>
              <a:t/>
            </a:r>
            <a:endParaRPr sz="2400">
              <a:solidFill>
                <a:schemeClr val="dk1"/>
              </a:solidFill>
              <a:latin typeface="Cambria"/>
              <a:ea typeface="Cambria"/>
              <a:cs typeface="Cambria"/>
              <a:sym typeface="Cambria"/>
            </a:endParaRPr>
          </a:p>
        </p:txBody>
      </p:sp>
      <p:sp>
        <p:nvSpPr>
          <p:cNvPr id="21" name="Google Shape;21;p1"/>
          <p:cNvSpPr txBox="1"/>
          <p:nvPr/>
        </p:nvSpPr>
        <p:spPr>
          <a:xfrm>
            <a:off x="5517975" y="6122528"/>
            <a:ext cx="11668500" cy="550200"/>
          </a:xfrm>
          <a:prstGeom prst="rect">
            <a:avLst/>
          </a:prstGeom>
          <a:noFill/>
          <a:ln>
            <a:noFill/>
          </a:ln>
        </p:spPr>
        <p:txBody>
          <a:bodyPr anchorCtr="0" anchor="t" bIns="91425" lIns="91425" spcFirstLastPara="1" rIns="91425" wrap="square" tIns="91425">
            <a:spAutoFit/>
          </a:bodyPr>
          <a:ls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stStyle>
          <a:p>
            <a:pPr indent="0" lvl="0" marL="0" rtl="0" algn="l">
              <a:spcBef>
                <a:spcPts val="0"/>
              </a:spcBef>
              <a:spcAft>
                <a:spcPts val="0"/>
              </a:spcAft>
              <a:buNone/>
            </a:pPr>
            <a:r>
              <a:rPr lang="en-US" sz="2400">
                <a:solidFill>
                  <a:schemeClr val="dk1"/>
                </a:solidFill>
                <a:latin typeface="Cambria"/>
                <a:ea typeface="Cambria"/>
                <a:cs typeface="Cambria"/>
                <a:sym typeface="Cambria"/>
              </a:rPr>
              <a:t>By Rishi Agrawal</a:t>
            </a:r>
            <a:endParaRPr sz="2400">
              <a:solidFill>
                <a:schemeClr val="dk1"/>
              </a:solidFill>
              <a:latin typeface="Cambria"/>
              <a:ea typeface="Cambria"/>
              <a:cs typeface="Cambria"/>
              <a:sym typeface="Cambria"/>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02C376-8C0A-78E6-3C76-B676EE9BF405}"/>
              </a:ext>
            </a:extLst>
          </p:cNvPr>
          <p:cNvSpPr>
            <a:spLocks noGrp="1"/>
          </p:cNvSpPr>
          <p:nvPr>
            <p:ph type="title"/>
          </p:nvPr>
        </p:nvSpPr>
        <p:spPr/>
        <p:txBody>
          <a:bodyPr/>
          <a:lstStyle/>
          <a:p>
            <a:pPr algn="ctr"/>
            <a:r>
              <a:rPr lang="en-IN" dirty="0"/>
              <a:t>What is PPG Bilateral Debt?</a:t>
            </a:r>
          </a:p>
        </p:txBody>
      </p:sp>
      <p:sp>
        <p:nvSpPr>
          <p:cNvPr id="3" name="Content Placeholder 2">
            <a:extLst>
              <a:ext uri="{FF2B5EF4-FFF2-40B4-BE49-F238E27FC236}">
                <a16:creationId xmlns:a16="http://schemas.microsoft.com/office/drawing/2014/main" id="{3C324661-EF13-9387-7D6D-8E8C33D11818}"/>
              </a:ext>
            </a:extLst>
          </p:cNvPr>
          <p:cNvSpPr>
            <a:spLocks noGrp="1"/>
          </p:cNvSpPr>
          <p:nvPr>
            <p:ph idx="1"/>
          </p:nvPr>
        </p:nvSpPr>
        <p:spPr/>
        <p:txBody>
          <a:bodyPr>
            <a:normAutofit/>
          </a:bodyPr>
          <a:lstStyle/>
          <a:p>
            <a:r>
              <a:rPr lang="en-US" sz="1800" b="0" i="0" dirty="0">
                <a:solidFill>
                  <a:srgbClr val="000000"/>
                </a:solidFill>
                <a:effectLst/>
                <a:latin typeface="Verdana" panose="020B0604030504040204" pitchFamily="34" charset="0"/>
              </a:rPr>
              <a:t>Public and publicly guaranteed debt comprises long-term external obligations of public debtors.</a:t>
            </a:r>
          </a:p>
          <a:p>
            <a:r>
              <a:rPr lang="en-US" sz="1800" dirty="0">
                <a:solidFill>
                  <a:srgbClr val="000000"/>
                </a:solidFill>
                <a:latin typeface="Verdana" panose="020B0604030504040204" pitchFamily="34" charset="0"/>
              </a:rPr>
              <a:t>It i</a:t>
            </a:r>
            <a:r>
              <a:rPr lang="en-US" sz="1800" b="0" i="0" dirty="0">
                <a:solidFill>
                  <a:srgbClr val="000000"/>
                </a:solidFill>
                <a:effectLst/>
                <a:latin typeface="Verdana" panose="020B0604030504040204" pitchFamily="34" charset="0"/>
              </a:rPr>
              <a:t>ncludes debt guaranteed by the national government, Public Corporations, State Owned Enterprises, Development Banks and other Mixed Enterprises, political subdivisions (or an agency of either), autonomous public bodies, and external obligations of private debtors that are guaranteed for repayment by a public entity.</a:t>
            </a:r>
          </a:p>
          <a:p>
            <a:r>
              <a:rPr lang="en-US" sz="1800" b="0" i="0" dirty="0">
                <a:solidFill>
                  <a:srgbClr val="000000"/>
                </a:solidFill>
                <a:effectLst/>
                <a:latin typeface="Verdana" panose="020B0604030504040204" pitchFamily="34" charset="0"/>
              </a:rPr>
              <a:t>External indebtedness affects a country's creditworthiness and investor perceptions.</a:t>
            </a:r>
          </a:p>
          <a:p>
            <a:r>
              <a:rPr lang="en-US" sz="1800" b="0" i="0" dirty="0">
                <a:solidFill>
                  <a:srgbClr val="000000"/>
                </a:solidFill>
                <a:effectLst/>
                <a:latin typeface="Verdana" panose="020B0604030504040204" pitchFamily="34" charset="0"/>
              </a:rPr>
              <a:t>Total debt service is contrasted with countries' ability to obtain foreign exchange through exports of goods, services, primary income, and workers' remittances.</a:t>
            </a:r>
            <a:endParaRPr lang="en-IN" sz="1800" dirty="0"/>
          </a:p>
        </p:txBody>
      </p:sp>
    </p:spTree>
    <p:extLst>
      <p:ext uri="{BB962C8B-B14F-4D97-AF65-F5344CB8AC3E}">
        <p14:creationId xmlns:p14="http://schemas.microsoft.com/office/powerpoint/2010/main" val="15180980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1522413" y="664205"/>
            <a:ext cx="9829799" cy="547464"/>
          </a:xfrm>
        </p:spPr>
        <p:txBody>
          <a:bodyPr>
            <a:normAutofit/>
          </a:bodyPr>
          <a:lstStyle/>
          <a:p>
            <a:pPr algn="ctr"/>
            <a:r>
              <a:rPr lang="en-US" sz="2400" dirty="0"/>
              <a:t>India &amp; Neighbouring Countries PPG Bilateral Lending 2000 - 2020</a:t>
            </a:r>
          </a:p>
        </p:txBody>
      </p:sp>
      <p:sp>
        <p:nvSpPr>
          <p:cNvPr id="14" name="Content Placeholder 13"/>
          <p:cNvSpPr>
            <a:spLocks noGrp="1"/>
          </p:cNvSpPr>
          <p:nvPr>
            <p:ph idx="1"/>
          </p:nvPr>
        </p:nvSpPr>
        <p:spPr>
          <a:xfrm>
            <a:off x="1522413" y="5013176"/>
            <a:ext cx="9829799" cy="1438191"/>
          </a:xfrm>
        </p:spPr>
        <p:txBody>
          <a:bodyPr>
            <a:normAutofit/>
          </a:bodyPr>
          <a:lstStyle/>
          <a:p>
            <a:r>
              <a:rPr lang="en-US" sz="1800" dirty="0"/>
              <a:t>Between the years 2000 – 2007, YoY growth has been minimal and steady</a:t>
            </a:r>
          </a:p>
          <a:p>
            <a:r>
              <a:rPr lang="en-US" sz="1800" dirty="0"/>
              <a:t>2008 shows a drop in lending due to Economic Crisis of 2008</a:t>
            </a:r>
          </a:p>
          <a:p>
            <a:r>
              <a:rPr lang="en-US" sz="1800" dirty="0"/>
              <a:t>YoY growth has been maximum from the year 2010 onwards</a:t>
            </a:r>
          </a:p>
        </p:txBody>
      </p:sp>
      <p:pic>
        <p:nvPicPr>
          <p:cNvPr id="6" name="Picture 5">
            <a:extLst>
              <a:ext uri="{FF2B5EF4-FFF2-40B4-BE49-F238E27FC236}">
                <a16:creationId xmlns:a16="http://schemas.microsoft.com/office/drawing/2014/main" id="{5FDC6B8A-EC4F-3343-4996-479D7B5EC2E4}"/>
              </a:ext>
            </a:extLst>
          </p:cNvPr>
          <p:cNvPicPr>
            <a:picLocks noChangeAspect="1"/>
          </p:cNvPicPr>
          <p:nvPr/>
        </p:nvPicPr>
        <p:blipFill>
          <a:blip r:embed="rId2"/>
          <a:stretch>
            <a:fillRect/>
          </a:stretch>
        </p:blipFill>
        <p:spPr>
          <a:xfrm>
            <a:off x="1522413" y="1988840"/>
            <a:ext cx="9829799" cy="2592288"/>
          </a:xfrm>
          <a:prstGeom prst="rect">
            <a:avLst/>
          </a:prstGeom>
        </p:spPr>
      </p:pic>
    </p:spTree>
    <p:extLst>
      <p:ext uri="{BB962C8B-B14F-4D97-AF65-F5344CB8AC3E}">
        <p14:creationId xmlns:p14="http://schemas.microsoft.com/office/powerpoint/2010/main" val="27176047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1422400" y="505272"/>
            <a:ext cx="9829799" cy="763488"/>
          </a:xfrm>
        </p:spPr>
        <p:txBody>
          <a:bodyPr>
            <a:noAutofit/>
          </a:bodyPr>
          <a:lstStyle/>
          <a:p>
            <a:pPr algn="ctr"/>
            <a:r>
              <a:rPr lang="en-US" sz="2400" dirty="0"/>
              <a:t>India &amp; Neighbouring Countries PPG Bilateral Lending 2000 – 2020</a:t>
            </a:r>
            <a:br>
              <a:rPr lang="en-US" sz="2400" dirty="0"/>
            </a:br>
            <a:r>
              <a:rPr lang="en-US" sz="2400" dirty="0"/>
              <a:t>Total Debt By Country</a:t>
            </a:r>
          </a:p>
        </p:txBody>
      </p:sp>
      <p:sp>
        <p:nvSpPr>
          <p:cNvPr id="3" name="Content Placeholder 2">
            <a:extLst>
              <a:ext uri="{FF2B5EF4-FFF2-40B4-BE49-F238E27FC236}">
                <a16:creationId xmlns:a16="http://schemas.microsoft.com/office/drawing/2014/main" id="{ED019AD2-4EF7-89AB-6D3C-7E0FAF09CADD}"/>
              </a:ext>
            </a:extLst>
          </p:cNvPr>
          <p:cNvSpPr>
            <a:spLocks noGrp="1"/>
          </p:cNvSpPr>
          <p:nvPr>
            <p:ph idx="1"/>
          </p:nvPr>
        </p:nvSpPr>
        <p:spPr>
          <a:xfrm>
            <a:off x="1522413" y="5445224"/>
            <a:ext cx="9829799" cy="1296144"/>
          </a:xfrm>
        </p:spPr>
        <p:txBody>
          <a:bodyPr>
            <a:normAutofit/>
          </a:bodyPr>
          <a:lstStyle/>
          <a:p>
            <a:r>
              <a:rPr lang="en-IN" sz="1800" dirty="0"/>
              <a:t>Bhutan has highest share of bilateral loans amounting to approx. 18 billion US$</a:t>
            </a:r>
          </a:p>
          <a:p>
            <a:r>
              <a:rPr lang="en-IN" sz="1800" dirty="0"/>
              <a:t>Nepal has least share of bilateral loans amounting to approx. 1 billion US$</a:t>
            </a:r>
          </a:p>
          <a:p>
            <a:r>
              <a:rPr lang="en-IN" sz="1800" dirty="0"/>
              <a:t>Total bilateral lending by India amounts to approx. 45 billion US$</a:t>
            </a:r>
          </a:p>
          <a:p>
            <a:endParaRPr lang="en-IN" sz="1800" dirty="0"/>
          </a:p>
        </p:txBody>
      </p:sp>
      <p:pic>
        <p:nvPicPr>
          <p:cNvPr id="5" name="Picture 4">
            <a:extLst>
              <a:ext uri="{FF2B5EF4-FFF2-40B4-BE49-F238E27FC236}">
                <a16:creationId xmlns:a16="http://schemas.microsoft.com/office/drawing/2014/main" id="{97A80734-D617-06E5-8931-59EBE7CB06E9}"/>
              </a:ext>
            </a:extLst>
          </p:cNvPr>
          <p:cNvPicPr>
            <a:picLocks noChangeAspect="1"/>
          </p:cNvPicPr>
          <p:nvPr/>
        </p:nvPicPr>
        <p:blipFill>
          <a:blip r:embed="rId2"/>
          <a:stretch>
            <a:fillRect/>
          </a:stretch>
        </p:blipFill>
        <p:spPr>
          <a:xfrm>
            <a:off x="1422400" y="1895475"/>
            <a:ext cx="9929812" cy="3067050"/>
          </a:xfrm>
          <a:prstGeom prst="rect">
            <a:avLst/>
          </a:prstGeom>
        </p:spPr>
      </p:pic>
    </p:spTree>
    <p:extLst>
      <p:ext uri="{BB962C8B-B14F-4D97-AF65-F5344CB8AC3E}">
        <p14:creationId xmlns:p14="http://schemas.microsoft.com/office/powerpoint/2010/main" val="21939027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1422400" y="505272"/>
            <a:ext cx="9829799" cy="763488"/>
          </a:xfrm>
        </p:spPr>
        <p:txBody>
          <a:bodyPr>
            <a:noAutofit/>
          </a:bodyPr>
          <a:lstStyle/>
          <a:p>
            <a:pPr algn="ctr"/>
            <a:r>
              <a:rPr lang="en-US" sz="2400" dirty="0"/>
              <a:t>India &amp; Neighbouring Countries PPG Bilateral Lending 2000 – 2020</a:t>
            </a:r>
            <a:br>
              <a:rPr lang="en-US" sz="2400" dirty="0"/>
            </a:br>
            <a:r>
              <a:rPr lang="en-US" sz="2400" dirty="0"/>
              <a:t>Average Debt By Country over 20 years</a:t>
            </a:r>
          </a:p>
        </p:txBody>
      </p:sp>
      <p:sp>
        <p:nvSpPr>
          <p:cNvPr id="3" name="Content Placeholder 2">
            <a:extLst>
              <a:ext uri="{FF2B5EF4-FFF2-40B4-BE49-F238E27FC236}">
                <a16:creationId xmlns:a16="http://schemas.microsoft.com/office/drawing/2014/main" id="{ED019AD2-4EF7-89AB-6D3C-7E0FAF09CADD}"/>
              </a:ext>
            </a:extLst>
          </p:cNvPr>
          <p:cNvSpPr>
            <a:spLocks noGrp="1"/>
          </p:cNvSpPr>
          <p:nvPr>
            <p:ph idx="1"/>
          </p:nvPr>
        </p:nvSpPr>
        <p:spPr>
          <a:xfrm>
            <a:off x="1522413" y="5445224"/>
            <a:ext cx="9829799" cy="1296144"/>
          </a:xfrm>
        </p:spPr>
        <p:txBody>
          <a:bodyPr>
            <a:normAutofit/>
          </a:bodyPr>
          <a:lstStyle/>
          <a:p>
            <a:r>
              <a:rPr lang="en-IN" sz="1800" dirty="0"/>
              <a:t>Bhutan has highest share of bilateral loans amounting to approx. 3.5 billion US$ each year</a:t>
            </a:r>
          </a:p>
          <a:p>
            <a:r>
              <a:rPr lang="en-IN" sz="1800" dirty="0"/>
              <a:t>Nepal has least share of bilateral loans amounting to approx. 250 million US$ each year</a:t>
            </a:r>
          </a:p>
          <a:p>
            <a:r>
              <a:rPr lang="en-IN" sz="1800" dirty="0"/>
              <a:t>Average bilateral lending by India amounts to approx. 13 billion US$ over 20 years</a:t>
            </a:r>
          </a:p>
          <a:p>
            <a:endParaRPr lang="en-IN" sz="1800" dirty="0"/>
          </a:p>
        </p:txBody>
      </p:sp>
      <p:pic>
        <p:nvPicPr>
          <p:cNvPr id="4" name="Picture 3">
            <a:extLst>
              <a:ext uri="{FF2B5EF4-FFF2-40B4-BE49-F238E27FC236}">
                <a16:creationId xmlns:a16="http://schemas.microsoft.com/office/drawing/2014/main" id="{EE35A079-A051-D2D3-DAB1-9DCA7C6E4464}"/>
              </a:ext>
            </a:extLst>
          </p:cNvPr>
          <p:cNvPicPr>
            <a:picLocks noChangeAspect="1"/>
          </p:cNvPicPr>
          <p:nvPr/>
        </p:nvPicPr>
        <p:blipFill rotWithShape="1">
          <a:blip r:embed="rId2"/>
          <a:srcRect t="925"/>
          <a:stretch/>
        </p:blipFill>
        <p:spPr>
          <a:xfrm>
            <a:off x="1372392" y="1916832"/>
            <a:ext cx="9979819" cy="3052836"/>
          </a:xfrm>
          <a:prstGeom prst="rect">
            <a:avLst/>
          </a:prstGeom>
        </p:spPr>
      </p:pic>
    </p:spTree>
    <p:extLst>
      <p:ext uri="{BB962C8B-B14F-4D97-AF65-F5344CB8AC3E}">
        <p14:creationId xmlns:p14="http://schemas.microsoft.com/office/powerpoint/2010/main" val="25997433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DE76FB-CC2B-1E27-6E75-23488B20701D}"/>
              </a:ext>
            </a:extLst>
          </p:cNvPr>
          <p:cNvSpPr>
            <a:spLocks noGrp="1"/>
          </p:cNvSpPr>
          <p:nvPr>
            <p:ph type="title"/>
          </p:nvPr>
        </p:nvSpPr>
        <p:spPr>
          <a:xfrm>
            <a:off x="1522413" y="80629"/>
            <a:ext cx="9829799" cy="504056"/>
          </a:xfrm>
        </p:spPr>
        <p:txBody>
          <a:bodyPr>
            <a:normAutofit/>
          </a:bodyPr>
          <a:lstStyle/>
          <a:p>
            <a:pPr algn="ctr"/>
            <a:r>
              <a:rPr lang="en-IN" sz="2400" dirty="0"/>
              <a:t>India – Bangladesh PPG Bilateral Lending 2000 - 2020</a:t>
            </a:r>
          </a:p>
        </p:txBody>
      </p:sp>
      <p:sp>
        <p:nvSpPr>
          <p:cNvPr id="3" name="Content Placeholder 2">
            <a:extLst>
              <a:ext uri="{FF2B5EF4-FFF2-40B4-BE49-F238E27FC236}">
                <a16:creationId xmlns:a16="http://schemas.microsoft.com/office/drawing/2014/main" id="{9C0836AC-996E-DD11-D259-8B9EADF9872D}"/>
              </a:ext>
            </a:extLst>
          </p:cNvPr>
          <p:cNvSpPr>
            <a:spLocks noGrp="1"/>
          </p:cNvSpPr>
          <p:nvPr>
            <p:ph idx="1"/>
          </p:nvPr>
        </p:nvSpPr>
        <p:spPr>
          <a:xfrm>
            <a:off x="1522413" y="5733256"/>
            <a:ext cx="9829799" cy="1044115"/>
          </a:xfrm>
        </p:spPr>
        <p:txBody>
          <a:bodyPr>
            <a:normAutofit/>
          </a:bodyPr>
          <a:lstStyle/>
          <a:p>
            <a:r>
              <a:rPr lang="en-IN" sz="1800" dirty="0"/>
              <a:t>Total debt of Bangladesh amounts to approx. 6 billion US$</a:t>
            </a:r>
          </a:p>
          <a:p>
            <a:r>
              <a:rPr lang="en-IN" sz="1800" dirty="0"/>
              <a:t>Bilateral lending has dramatically increased after 2010, slowing again till 2015</a:t>
            </a:r>
          </a:p>
        </p:txBody>
      </p:sp>
      <p:pic>
        <p:nvPicPr>
          <p:cNvPr id="5" name="Picture 4">
            <a:extLst>
              <a:ext uri="{FF2B5EF4-FFF2-40B4-BE49-F238E27FC236}">
                <a16:creationId xmlns:a16="http://schemas.microsoft.com/office/drawing/2014/main" id="{BC4F2339-72BF-78B1-0849-74FFD666CBF9}"/>
              </a:ext>
            </a:extLst>
          </p:cNvPr>
          <p:cNvPicPr>
            <a:picLocks noChangeAspect="1"/>
          </p:cNvPicPr>
          <p:nvPr/>
        </p:nvPicPr>
        <p:blipFill>
          <a:blip r:embed="rId2"/>
          <a:stretch>
            <a:fillRect/>
          </a:stretch>
        </p:blipFill>
        <p:spPr>
          <a:xfrm>
            <a:off x="1522413" y="764704"/>
            <a:ext cx="9829799" cy="4536505"/>
          </a:xfrm>
          <a:prstGeom prst="rect">
            <a:avLst/>
          </a:prstGeom>
        </p:spPr>
      </p:pic>
    </p:spTree>
    <p:extLst>
      <p:ext uri="{BB962C8B-B14F-4D97-AF65-F5344CB8AC3E}">
        <p14:creationId xmlns:p14="http://schemas.microsoft.com/office/powerpoint/2010/main" val="19072677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DE76FB-CC2B-1E27-6E75-23488B20701D}"/>
              </a:ext>
            </a:extLst>
          </p:cNvPr>
          <p:cNvSpPr>
            <a:spLocks noGrp="1"/>
          </p:cNvSpPr>
          <p:nvPr>
            <p:ph type="title"/>
          </p:nvPr>
        </p:nvSpPr>
        <p:spPr>
          <a:xfrm>
            <a:off x="1522413" y="80629"/>
            <a:ext cx="9829799" cy="504056"/>
          </a:xfrm>
        </p:spPr>
        <p:txBody>
          <a:bodyPr>
            <a:normAutofit/>
          </a:bodyPr>
          <a:lstStyle/>
          <a:p>
            <a:pPr algn="ctr"/>
            <a:r>
              <a:rPr lang="en-IN" sz="2400" dirty="0"/>
              <a:t>India – Bhutan PPG Bilateral Lending 2000 - 2020</a:t>
            </a:r>
          </a:p>
        </p:txBody>
      </p:sp>
      <p:sp>
        <p:nvSpPr>
          <p:cNvPr id="3" name="Content Placeholder 2">
            <a:extLst>
              <a:ext uri="{FF2B5EF4-FFF2-40B4-BE49-F238E27FC236}">
                <a16:creationId xmlns:a16="http://schemas.microsoft.com/office/drawing/2014/main" id="{9C0836AC-996E-DD11-D259-8B9EADF9872D}"/>
              </a:ext>
            </a:extLst>
          </p:cNvPr>
          <p:cNvSpPr>
            <a:spLocks noGrp="1"/>
          </p:cNvSpPr>
          <p:nvPr>
            <p:ph idx="1"/>
          </p:nvPr>
        </p:nvSpPr>
        <p:spPr>
          <a:xfrm>
            <a:off x="1522413" y="5733256"/>
            <a:ext cx="9829799" cy="1044115"/>
          </a:xfrm>
        </p:spPr>
        <p:txBody>
          <a:bodyPr>
            <a:normAutofit/>
          </a:bodyPr>
          <a:lstStyle/>
          <a:p>
            <a:r>
              <a:rPr lang="en-IN" sz="1800" dirty="0"/>
              <a:t>Total debt of Bhutan amounts to approx. 18 billion US$</a:t>
            </a:r>
          </a:p>
          <a:p>
            <a:r>
              <a:rPr lang="en-IN" sz="1800" dirty="0"/>
              <a:t>Bilateral lending has steadily increased over the years</a:t>
            </a:r>
          </a:p>
        </p:txBody>
      </p:sp>
      <p:pic>
        <p:nvPicPr>
          <p:cNvPr id="5" name="Picture 4">
            <a:extLst>
              <a:ext uri="{FF2B5EF4-FFF2-40B4-BE49-F238E27FC236}">
                <a16:creationId xmlns:a16="http://schemas.microsoft.com/office/drawing/2014/main" id="{BC4F2339-72BF-78B1-0849-74FFD666CBF9}"/>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522413" y="764704"/>
            <a:ext cx="9829799" cy="4752528"/>
          </a:xfrm>
          <a:prstGeom prst="rect">
            <a:avLst/>
          </a:prstGeom>
        </p:spPr>
      </p:pic>
    </p:spTree>
    <p:extLst>
      <p:ext uri="{BB962C8B-B14F-4D97-AF65-F5344CB8AC3E}">
        <p14:creationId xmlns:p14="http://schemas.microsoft.com/office/powerpoint/2010/main" val="7063837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DE76FB-CC2B-1E27-6E75-23488B20701D}"/>
              </a:ext>
            </a:extLst>
          </p:cNvPr>
          <p:cNvSpPr>
            <a:spLocks noGrp="1"/>
          </p:cNvSpPr>
          <p:nvPr>
            <p:ph type="title"/>
          </p:nvPr>
        </p:nvSpPr>
        <p:spPr>
          <a:xfrm>
            <a:off x="1522413" y="80629"/>
            <a:ext cx="9829799" cy="504056"/>
          </a:xfrm>
        </p:spPr>
        <p:txBody>
          <a:bodyPr>
            <a:normAutofit/>
          </a:bodyPr>
          <a:lstStyle/>
          <a:p>
            <a:pPr algn="ctr"/>
            <a:r>
              <a:rPr lang="en-IN" sz="2400" dirty="0"/>
              <a:t>India – Sri Lanka PPG Bilateral Lending 2000 - 2020</a:t>
            </a:r>
          </a:p>
        </p:txBody>
      </p:sp>
      <p:sp>
        <p:nvSpPr>
          <p:cNvPr id="3" name="Content Placeholder 2">
            <a:extLst>
              <a:ext uri="{FF2B5EF4-FFF2-40B4-BE49-F238E27FC236}">
                <a16:creationId xmlns:a16="http://schemas.microsoft.com/office/drawing/2014/main" id="{9C0836AC-996E-DD11-D259-8B9EADF9872D}"/>
              </a:ext>
            </a:extLst>
          </p:cNvPr>
          <p:cNvSpPr>
            <a:spLocks noGrp="1"/>
          </p:cNvSpPr>
          <p:nvPr>
            <p:ph idx="1"/>
          </p:nvPr>
        </p:nvSpPr>
        <p:spPr>
          <a:xfrm>
            <a:off x="1522413" y="5733256"/>
            <a:ext cx="9829799" cy="1044115"/>
          </a:xfrm>
        </p:spPr>
        <p:txBody>
          <a:bodyPr>
            <a:normAutofit/>
          </a:bodyPr>
          <a:lstStyle/>
          <a:p>
            <a:r>
              <a:rPr lang="en-IN" sz="1800" dirty="0"/>
              <a:t>Total debt of Sri Lanka amounts to approx. 9.5 billion US$</a:t>
            </a:r>
          </a:p>
          <a:p>
            <a:r>
              <a:rPr lang="en-IN" sz="1800" dirty="0"/>
              <a:t>Bilateral lending has rapidly increased during 2010 – 2015 and remained constant till 2020</a:t>
            </a:r>
          </a:p>
        </p:txBody>
      </p:sp>
      <p:pic>
        <p:nvPicPr>
          <p:cNvPr id="5" name="Picture 4">
            <a:extLst>
              <a:ext uri="{FF2B5EF4-FFF2-40B4-BE49-F238E27FC236}">
                <a16:creationId xmlns:a16="http://schemas.microsoft.com/office/drawing/2014/main" id="{BC4F2339-72BF-78B1-0849-74FFD666CBF9}"/>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522414" y="764704"/>
            <a:ext cx="9829798" cy="4752528"/>
          </a:xfrm>
          <a:prstGeom prst="rect">
            <a:avLst/>
          </a:prstGeom>
        </p:spPr>
      </p:pic>
    </p:spTree>
    <p:extLst>
      <p:ext uri="{BB962C8B-B14F-4D97-AF65-F5344CB8AC3E}">
        <p14:creationId xmlns:p14="http://schemas.microsoft.com/office/powerpoint/2010/main" val="33894527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DE76FB-CC2B-1E27-6E75-23488B20701D}"/>
              </a:ext>
            </a:extLst>
          </p:cNvPr>
          <p:cNvSpPr>
            <a:spLocks noGrp="1"/>
          </p:cNvSpPr>
          <p:nvPr>
            <p:ph type="title"/>
          </p:nvPr>
        </p:nvSpPr>
        <p:spPr>
          <a:xfrm>
            <a:off x="1522413" y="80629"/>
            <a:ext cx="9829799" cy="504056"/>
          </a:xfrm>
        </p:spPr>
        <p:txBody>
          <a:bodyPr>
            <a:normAutofit/>
          </a:bodyPr>
          <a:lstStyle/>
          <a:p>
            <a:pPr algn="ctr"/>
            <a:r>
              <a:rPr lang="en-IN" sz="2400" dirty="0"/>
              <a:t>India – Maldives PPG Bilateral Lending 2000 - 2020</a:t>
            </a:r>
          </a:p>
        </p:txBody>
      </p:sp>
      <p:sp>
        <p:nvSpPr>
          <p:cNvPr id="3" name="Content Placeholder 2">
            <a:extLst>
              <a:ext uri="{FF2B5EF4-FFF2-40B4-BE49-F238E27FC236}">
                <a16:creationId xmlns:a16="http://schemas.microsoft.com/office/drawing/2014/main" id="{9C0836AC-996E-DD11-D259-8B9EADF9872D}"/>
              </a:ext>
            </a:extLst>
          </p:cNvPr>
          <p:cNvSpPr>
            <a:spLocks noGrp="1"/>
          </p:cNvSpPr>
          <p:nvPr>
            <p:ph idx="1"/>
          </p:nvPr>
        </p:nvSpPr>
        <p:spPr>
          <a:xfrm>
            <a:off x="1522413" y="5733256"/>
            <a:ext cx="9829799" cy="1044115"/>
          </a:xfrm>
        </p:spPr>
        <p:txBody>
          <a:bodyPr>
            <a:normAutofit/>
          </a:bodyPr>
          <a:lstStyle/>
          <a:p>
            <a:r>
              <a:rPr lang="en-IN" sz="1800" dirty="0"/>
              <a:t>Total debt of Maldives amounts to approx. 1.8 billion US$</a:t>
            </a:r>
          </a:p>
          <a:p>
            <a:r>
              <a:rPr lang="en-IN" sz="1800" dirty="0"/>
              <a:t>Bilateral lending has rapidly increased after 2008 and huge spike in 2020</a:t>
            </a:r>
          </a:p>
        </p:txBody>
      </p:sp>
      <p:pic>
        <p:nvPicPr>
          <p:cNvPr id="5" name="Picture 4">
            <a:extLst>
              <a:ext uri="{FF2B5EF4-FFF2-40B4-BE49-F238E27FC236}">
                <a16:creationId xmlns:a16="http://schemas.microsoft.com/office/drawing/2014/main" id="{BC4F2339-72BF-78B1-0849-74FFD666CBF9}"/>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522413" y="764704"/>
            <a:ext cx="9829799" cy="4752528"/>
          </a:xfrm>
          <a:prstGeom prst="rect">
            <a:avLst/>
          </a:prstGeom>
        </p:spPr>
      </p:pic>
    </p:spTree>
    <p:extLst>
      <p:ext uri="{BB962C8B-B14F-4D97-AF65-F5344CB8AC3E}">
        <p14:creationId xmlns:p14="http://schemas.microsoft.com/office/powerpoint/2010/main" val="23830775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DE76FB-CC2B-1E27-6E75-23488B20701D}"/>
              </a:ext>
            </a:extLst>
          </p:cNvPr>
          <p:cNvSpPr>
            <a:spLocks noGrp="1"/>
          </p:cNvSpPr>
          <p:nvPr>
            <p:ph type="title"/>
          </p:nvPr>
        </p:nvSpPr>
        <p:spPr>
          <a:xfrm>
            <a:off x="1522413" y="80629"/>
            <a:ext cx="9829799" cy="504056"/>
          </a:xfrm>
        </p:spPr>
        <p:txBody>
          <a:bodyPr>
            <a:normAutofit/>
          </a:bodyPr>
          <a:lstStyle/>
          <a:p>
            <a:pPr algn="ctr"/>
            <a:r>
              <a:rPr lang="en-IN" sz="2400" dirty="0"/>
              <a:t>India – Myanmar PPG Bilateral Lending 2000 - 2020</a:t>
            </a:r>
          </a:p>
        </p:txBody>
      </p:sp>
      <p:sp>
        <p:nvSpPr>
          <p:cNvPr id="3" name="Content Placeholder 2">
            <a:extLst>
              <a:ext uri="{FF2B5EF4-FFF2-40B4-BE49-F238E27FC236}">
                <a16:creationId xmlns:a16="http://schemas.microsoft.com/office/drawing/2014/main" id="{9C0836AC-996E-DD11-D259-8B9EADF9872D}"/>
              </a:ext>
            </a:extLst>
          </p:cNvPr>
          <p:cNvSpPr>
            <a:spLocks noGrp="1"/>
          </p:cNvSpPr>
          <p:nvPr>
            <p:ph idx="1"/>
          </p:nvPr>
        </p:nvSpPr>
        <p:spPr>
          <a:xfrm>
            <a:off x="1522413" y="5733256"/>
            <a:ext cx="9829799" cy="1044115"/>
          </a:xfrm>
        </p:spPr>
        <p:txBody>
          <a:bodyPr>
            <a:normAutofit/>
          </a:bodyPr>
          <a:lstStyle/>
          <a:p>
            <a:r>
              <a:rPr lang="en-IN" sz="1800" dirty="0"/>
              <a:t>Total debt of Myanmar amounts to approx. 2.8 billion US$</a:t>
            </a:r>
          </a:p>
          <a:p>
            <a:r>
              <a:rPr lang="en-IN" sz="1800" dirty="0"/>
              <a:t>Bilateral lending has steadily increased since 2000 with small dip during 2015 - 2017</a:t>
            </a:r>
          </a:p>
        </p:txBody>
      </p:sp>
      <p:pic>
        <p:nvPicPr>
          <p:cNvPr id="5" name="Picture 4">
            <a:extLst>
              <a:ext uri="{FF2B5EF4-FFF2-40B4-BE49-F238E27FC236}">
                <a16:creationId xmlns:a16="http://schemas.microsoft.com/office/drawing/2014/main" id="{BC4F2339-72BF-78B1-0849-74FFD666CBF9}"/>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522414" y="764704"/>
            <a:ext cx="9829798" cy="4752528"/>
          </a:xfrm>
          <a:prstGeom prst="rect">
            <a:avLst/>
          </a:prstGeom>
        </p:spPr>
      </p:pic>
    </p:spTree>
    <p:extLst>
      <p:ext uri="{BB962C8B-B14F-4D97-AF65-F5344CB8AC3E}">
        <p14:creationId xmlns:p14="http://schemas.microsoft.com/office/powerpoint/2010/main" val="39977694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DE76FB-CC2B-1E27-6E75-23488B20701D}"/>
              </a:ext>
            </a:extLst>
          </p:cNvPr>
          <p:cNvSpPr>
            <a:spLocks noGrp="1"/>
          </p:cNvSpPr>
          <p:nvPr>
            <p:ph type="title"/>
          </p:nvPr>
        </p:nvSpPr>
        <p:spPr>
          <a:xfrm>
            <a:off x="1522413" y="80629"/>
            <a:ext cx="9829799" cy="504056"/>
          </a:xfrm>
        </p:spPr>
        <p:txBody>
          <a:bodyPr>
            <a:normAutofit/>
          </a:bodyPr>
          <a:lstStyle/>
          <a:p>
            <a:pPr algn="ctr"/>
            <a:r>
              <a:rPr lang="en-IN" sz="2400" dirty="0"/>
              <a:t>India – Nepal PPG Bilateral Lending 2000 - 2020</a:t>
            </a:r>
          </a:p>
        </p:txBody>
      </p:sp>
      <p:sp>
        <p:nvSpPr>
          <p:cNvPr id="3" name="Content Placeholder 2">
            <a:extLst>
              <a:ext uri="{FF2B5EF4-FFF2-40B4-BE49-F238E27FC236}">
                <a16:creationId xmlns:a16="http://schemas.microsoft.com/office/drawing/2014/main" id="{9C0836AC-996E-DD11-D259-8B9EADF9872D}"/>
              </a:ext>
            </a:extLst>
          </p:cNvPr>
          <p:cNvSpPr>
            <a:spLocks noGrp="1"/>
          </p:cNvSpPr>
          <p:nvPr>
            <p:ph idx="1"/>
          </p:nvPr>
        </p:nvSpPr>
        <p:spPr>
          <a:xfrm>
            <a:off x="1522413" y="5733256"/>
            <a:ext cx="9829799" cy="1044115"/>
          </a:xfrm>
        </p:spPr>
        <p:txBody>
          <a:bodyPr>
            <a:normAutofit/>
          </a:bodyPr>
          <a:lstStyle/>
          <a:p>
            <a:r>
              <a:rPr lang="en-IN" sz="1800" dirty="0"/>
              <a:t>Total debt of Nepal amounts to approx. 90 million US$</a:t>
            </a:r>
          </a:p>
          <a:p>
            <a:r>
              <a:rPr lang="en-IN" sz="1800" dirty="0"/>
              <a:t>Bilateral lending has rapidly increased after 2008</a:t>
            </a:r>
          </a:p>
        </p:txBody>
      </p:sp>
      <p:pic>
        <p:nvPicPr>
          <p:cNvPr id="5" name="Picture 4">
            <a:extLst>
              <a:ext uri="{FF2B5EF4-FFF2-40B4-BE49-F238E27FC236}">
                <a16:creationId xmlns:a16="http://schemas.microsoft.com/office/drawing/2014/main" id="{BC4F2339-72BF-78B1-0849-74FFD666CBF9}"/>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522414" y="764704"/>
            <a:ext cx="9829798" cy="4752528"/>
          </a:xfrm>
          <a:prstGeom prst="rect">
            <a:avLst/>
          </a:prstGeom>
        </p:spPr>
      </p:pic>
    </p:spTree>
    <p:extLst>
      <p:ext uri="{BB962C8B-B14F-4D97-AF65-F5344CB8AC3E}">
        <p14:creationId xmlns:p14="http://schemas.microsoft.com/office/powerpoint/2010/main" val="36789877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02C376-8C0A-78E6-3C76-B676EE9BF405}"/>
              </a:ext>
            </a:extLst>
          </p:cNvPr>
          <p:cNvSpPr>
            <a:spLocks noGrp="1"/>
          </p:cNvSpPr>
          <p:nvPr>
            <p:ph type="title"/>
          </p:nvPr>
        </p:nvSpPr>
        <p:spPr/>
        <p:txBody>
          <a:bodyPr/>
          <a:lstStyle/>
          <a:p>
            <a:pPr algn="ctr"/>
            <a:r>
              <a:rPr lang="en-IN" dirty="0"/>
              <a:t>Conclusion</a:t>
            </a:r>
          </a:p>
        </p:txBody>
      </p:sp>
      <p:sp>
        <p:nvSpPr>
          <p:cNvPr id="3" name="Content Placeholder 2">
            <a:extLst>
              <a:ext uri="{FF2B5EF4-FFF2-40B4-BE49-F238E27FC236}">
                <a16:creationId xmlns:a16="http://schemas.microsoft.com/office/drawing/2014/main" id="{3C324661-EF13-9387-7D6D-8E8C33D11818}"/>
              </a:ext>
            </a:extLst>
          </p:cNvPr>
          <p:cNvSpPr>
            <a:spLocks noGrp="1"/>
          </p:cNvSpPr>
          <p:nvPr>
            <p:ph idx="1"/>
          </p:nvPr>
        </p:nvSpPr>
        <p:spPr/>
        <p:txBody>
          <a:bodyPr>
            <a:normAutofit/>
          </a:bodyPr>
          <a:lstStyle/>
          <a:p>
            <a:r>
              <a:rPr lang="en-US" sz="1800" b="0" i="0" dirty="0">
                <a:solidFill>
                  <a:srgbClr val="000000"/>
                </a:solidFill>
                <a:effectLst/>
                <a:latin typeface="Verdana" panose="020B0604030504040204" pitchFamily="34" charset="0"/>
              </a:rPr>
              <a:t>Total PPG Bilateral Lending has increased from less than 500 million $ in 2000 to about 45 billion $ in 2020</a:t>
            </a:r>
          </a:p>
          <a:p>
            <a:r>
              <a:rPr lang="en-US" sz="1800" dirty="0">
                <a:solidFill>
                  <a:srgbClr val="000000"/>
                </a:solidFill>
                <a:latin typeface="Verdana" panose="020B0604030504040204" pitchFamily="34" charset="0"/>
              </a:rPr>
              <a:t>Bhutan has been the biggest debtor country receiving almost 18 billion $ over the period of 20 years</a:t>
            </a:r>
            <a:endParaRPr lang="en-US" sz="1800" b="0" i="0" dirty="0">
              <a:solidFill>
                <a:srgbClr val="000000"/>
              </a:solidFill>
              <a:effectLst/>
              <a:latin typeface="Verdana" panose="020B0604030504040204" pitchFamily="34" charset="0"/>
            </a:endParaRPr>
          </a:p>
          <a:p>
            <a:r>
              <a:rPr lang="en-US" sz="1800" b="0" i="0" dirty="0">
                <a:solidFill>
                  <a:srgbClr val="000000"/>
                </a:solidFill>
                <a:effectLst/>
                <a:latin typeface="Verdana" panose="020B0604030504040204" pitchFamily="34" charset="0"/>
              </a:rPr>
              <a:t>Nepal has received the least bilateral lending amounting to less than 1 billion $</a:t>
            </a:r>
          </a:p>
          <a:p>
            <a:r>
              <a:rPr lang="en-US" sz="1800" dirty="0">
                <a:solidFill>
                  <a:srgbClr val="000000"/>
                </a:solidFill>
                <a:latin typeface="Verdana" panose="020B0604030504040204" pitchFamily="34" charset="0"/>
              </a:rPr>
              <a:t>Total bilateral lending show a positive growth rate since last 20 years</a:t>
            </a:r>
          </a:p>
          <a:p>
            <a:r>
              <a:rPr lang="en-US" sz="1800" dirty="0">
                <a:solidFill>
                  <a:srgbClr val="000000"/>
                </a:solidFill>
                <a:latin typeface="Verdana" panose="020B0604030504040204" pitchFamily="34" charset="0"/>
              </a:rPr>
              <a:t>Total bilateral lending to </a:t>
            </a:r>
            <a:r>
              <a:rPr lang="en-US" sz="1800" dirty="0" err="1">
                <a:solidFill>
                  <a:srgbClr val="000000"/>
                </a:solidFill>
                <a:latin typeface="Verdana" panose="020B0604030504040204" pitchFamily="34" charset="0"/>
              </a:rPr>
              <a:t>neighbouring</a:t>
            </a:r>
            <a:r>
              <a:rPr lang="en-US" sz="1800" dirty="0">
                <a:solidFill>
                  <a:srgbClr val="000000"/>
                </a:solidFill>
                <a:latin typeface="Verdana" panose="020B0604030504040204" pitchFamily="34" charset="0"/>
              </a:rPr>
              <a:t> countries is approx. 1.2% of overall GDP of India </a:t>
            </a:r>
            <a:endParaRPr lang="en-US" sz="1800" b="0" i="0" dirty="0">
              <a:solidFill>
                <a:srgbClr val="000000"/>
              </a:solidFill>
              <a:effectLst/>
              <a:latin typeface="Verdana" panose="020B0604030504040204" pitchFamily="34" charset="0"/>
            </a:endParaRPr>
          </a:p>
          <a:p>
            <a:r>
              <a:rPr lang="en-US" sz="1800" dirty="0">
                <a:solidFill>
                  <a:srgbClr val="000000"/>
                </a:solidFill>
                <a:latin typeface="Verdana" panose="020B0604030504040204" pitchFamily="34" charset="0"/>
              </a:rPr>
              <a:t>In the event of default by any neighboring country in future, its impact on India’s financial sector will be minimal</a:t>
            </a:r>
            <a:endParaRPr lang="en-US" sz="1800" b="0" i="0" dirty="0">
              <a:solidFill>
                <a:srgbClr val="000000"/>
              </a:solidFill>
              <a:effectLst/>
              <a:latin typeface="Verdana" panose="020B0604030504040204" pitchFamily="34" charset="0"/>
            </a:endParaRPr>
          </a:p>
        </p:txBody>
      </p:sp>
    </p:spTree>
    <p:extLst>
      <p:ext uri="{BB962C8B-B14F-4D97-AF65-F5344CB8AC3E}">
        <p14:creationId xmlns:p14="http://schemas.microsoft.com/office/powerpoint/2010/main" val="403655741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theme/theme1.xml><?xml version="1.0" encoding="utf-8"?>
<a:theme xmlns:a="http://schemas.openxmlformats.org/drawingml/2006/main" name="Currency Symbols 16x9">
  <a:themeElements>
    <a:clrScheme name="Currency Symbols">
      <a:dk1>
        <a:srgbClr val="303030"/>
      </a:dk1>
      <a:lt1>
        <a:sysClr val="window" lastClr="FFFFFF"/>
      </a:lt1>
      <a:dk2>
        <a:srgbClr val="000000"/>
      </a:dk2>
      <a:lt2>
        <a:srgbClr val="E8DEC9"/>
      </a:lt2>
      <a:accent1>
        <a:srgbClr val="F7C547"/>
      </a:accent1>
      <a:accent2>
        <a:srgbClr val="AB3C33"/>
      </a:accent2>
      <a:accent3>
        <a:srgbClr val="506084"/>
      </a:accent3>
      <a:accent4>
        <a:srgbClr val="599EA5"/>
      </a:accent4>
      <a:accent5>
        <a:srgbClr val="758F21"/>
      </a:accent5>
      <a:accent6>
        <a:srgbClr val="894A27"/>
      </a:accent6>
      <a:hlink>
        <a:srgbClr val="506084"/>
      </a:hlink>
      <a:folHlink>
        <a:srgbClr val="828282"/>
      </a:folHlink>
    </a:clrScheme>
    <a:fontScheme name="Currency Symbols">
      <a:maj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ffice">
      <a:fillStyleLst>
        <a:solidFill>
          <a:schemeClr val="phClr"/>
        </a:solidFill>
        <a:gradFill rotWithShape="1">
          <a:gsLst>
            <a:gs pos="0">
              <a:schemeClr val="phClr">
                <a:lumMod val="157000"/>
                <a:satMod val="101000"/>
              </a:schemeClr>
            </a:gs>
            <a:gs pos="50000">
              <a:schemeClr val="phClr">
                <a:lumMod val="137000"/>
                <a:satMod val="103000"/>
              </a:schemeClr>
            </a:gs>
            <a:gs pos="100000">
              <a:schemeClr val="phClr">
                <a:lumMod val="115000"/>
                <a:satMod val="109000"/>
              </a:schemeClr>
            </a:gs>
          </a:gsLst>
          <a:lin ang="5400000" scaled="0"/>
        </a:gradFill>
        <a:gradFill rotWithShape="1">
          <a:gsLst>
            <a:gs pos="0">
              <a:schemeClr val="phClr">
                <a:satMod val="103000"/>
                <a:lumMod val="118000"/>
              </a:schemeClr>
            </a:gs>
            <a:gs pos="50000">
              <a:schemeClr val="phClr">
                <a:satMod val="89000"/>
                <a:lumMod val="91000"/>
              </a:schemeClr>
            </a:gs>
            <a:gs pos="100000">
              <a:schemeClr val="phClr">
                <a:lumMod val="6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urrency symbols presentation (widescreen).potx" id="{0BEEB329-2C4D-4D02-9858-CA91ACE92AB1}" vid="{944DA297-E844-470D-A85C-00068074ACC2}"/>
    </a:ext>
  </a:extLst>
</a:theme>
</file>

<file path=ppt/theme/theme2.xml><?xml version="1.0" encoding="utf-8"?>
<a:theme xmlns:a="http://schemas.openxmlformats.org/drawingml/2006/main" name="Office Theme">
  <a:themeElements>
    <a:clrScheme name="Currency Symbols">
      <a:dk1>
        <a:srgbClr val="303030"/>
      </a:dk1>
      <a:lt1>
        <a:sysClr val="window" lastClr="FFFFFF"/>
      </a:lt1>
      <a:dk2>
        <a:srgbClr val="000000"/>
      </a:dk2>
      <a:lt2>
        <a:srgbClr val="E8DEC9"/>
      </a:lt2>
      <a:accent1>
        <a:srgbClr val="F7C547"/>
      </a:accent1>
      <a:accent2>
        <a:srgbClr val="AB3C33"/>
      </a:accent2>
      <a:accent3>
        <a:srgbClr val="506084"/>
      </a:accent3>
      <a:accent4>
        <a:srgbClr val="599EA5"/>
      </a:accent4>
      <a:accent5>
        <a:srgbClr val="758F21"/>
      </a:accent5>
      <a:accent6>
        <a:srgbClr val="894A27"/>
      </a:accent6>
      <a:hlink>
        <a:srgbClr val="506084"/>
      </a:hlink>
      <a:folHlink>
        <a:srgbClr val="828282"/>
      </a:folHlink>
    </a:clrScheme>
    <a:fontScheme name="Currency Symbols">
      <a:maj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ffice">
      <a:fillStyleLst>
        <a:solidFill>
          <a:schemeClr val="phClr"/>
        </a:solidFill>
        <a:gradFill rotWithShape="1">
          <a:gsLst>
            <a:gs pos="0">
              <a:schemeClr val="phClr">
                <a:lumMod val="157000"/>
                <a:satMod val="101000"/>
              </a:schemeClr>
            </a:gs>
            <a:gs pos="50000">
              <a:schemeClr val="phClr">
                <a:lumMod val="137000"/>
                <a:satMod val="103000"/>
              </a:schemeClr>
            </a:gs>
            <a:gs pos="100000">
              <a:schemeClr val="phClr">
                <a:lumMod val="115000"/>
                <a:satMod val="109000"/>
              </a:schemeClr>
            </a:gs>
          </a:gsLst>
          <a:lin ang="5400000" scaled="0"/>
        </a:gradFill>
        <a:gradFill rotWithShape="1">
          <a:gsLst>
            <a:gs pos="0">
              <a:schemeClr val="phClr">
                <a:satMod val="103000"/>
                <a:lumMod val="118000"/>
              </a:schemeClr>
            </a:gs>
            <a:gs pos="50000">
              <a:schemeClr val="phClr">
                <a:satMod val="89000"/>
                <a:lumMod val="91000"/>
              </a:schemeClr>
            </a:gs>
            <a:gs pos="100000">
              <a:schemeClr val="phClr">
                <a:lumMod val="6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theme>
</file>